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050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slideLayout" Target="../slideLayouts/slideLayout2.xml"/><Relationship Id="rId1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image" Target="../media/image-13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62453" y="3739885"/>
            <a:ext cx="18436" cy="18436"/>
          </a:xfrm>
          <a:prstGeom prst="ellipse">
            <a:avLst/>
          </a:prstGeom>
          <a:solidFill>
            <a:srgbClr val="F5F7FA">
              <a:alpha val="21616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335364" y="869097"/>
            <a:ext cx="27683" cy="27683"/>
          </a:xfrm>
          <a:prstGeom prst="ellipse">
            <a:avLst/>
          </a:prstGeom>
          <a:solidFill>
            <a:srgbClr val="F5F7FA">
              <a:alpha val="3029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386999" y="3558087"/>
            <a:ext cx="25687" cy="25687"/>
          </a:xfrm>
          <a:prstGeom prst="ellipse">
            <a:avLst/>
          </a:prstGeom>
          <a:solidFill>
            <a:srgbClr val="F5F7FA">
              <a:alpha val="30898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2615298" y="2832188"/>
            <a:ext cx="17730" cy="17730"/>
          </a:xfrm>
          <a:prstGeom prst="ellipse">
            <a:avLst/>
          </a:prstGeom>
          <a:solidFill>
            <a:srgbClr val="F5F7FA">
              <a:alpha val="40724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58354" y="130734"/>
            <a:ext cx="21288" cy="21288"/>
          </a:xfrm>
          <a:prstGeom prst="ellipse">
            <a:avLst/>
          </a:prstGeom>
          <a:solidFill>
            <a:srgbClr val="F5F7FA">
              <a:alpha val="20015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3220284" y="6545057"/>
            <a:ext cx="25795" cy="25795"/>
          </a:xfrm>
          <a:prstGeom prst="ellipse">
            <a:avLst/>
          </a:prstGeom>
          <a:solidFill>
            <a:srgbClr val="F5F7FA">
              <a:alpha val="39203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716600" y="5480491"/>
            <a:ext cx="29217" cy="29217"/>
          </a:xfrm>
          <a:prstGeom prst="ellipse">
            <a:avLst/>
          </a:prstGeom>
          <a:solidFill>
            <a:srgbClr val="F5F7FA">
              <a:alpha val="37795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5430761" y="2186370"/>
            <a:ext cx="19770" cy="19770"/>
          </a:xfrm>
          <a:prstGeom prst="ellipse">
            <a:avLst/>
          </a:prstGeom>
          <a:solidFill>
            <a:srgbClr val="F5F7FA">
              <a:alpha val="49925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0148353" y="2420026"/>
            <a:ext cx="17977" cy="17977"/>
          </a:xfrm>
          <a:prstGeom prst="ellipse">
            <a:avLst/>
          </a:prstGeom>
          <a:solidFill>
            <a:srgbClr val="F5F7FA">
              <a:alpha val="21582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8494154" y="2540794"/>
            <a:ext cx="14491" cy="14491"/>
          </a:xfrm>
          <a:prstGeom prst="ellipse">
            <a:avLst/>
          </a:prstGeom>
          <a:solidFill>
            <a:srgbClr val="F5F7FA">
              <a:alpha val="24495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8896990" y="4750006"/>
            <a:ext cx="17643" cy="17643"/>
          </a:xfrm>
          <a:prstGeom prst="ellipse">
            <a:avLst/>
          </a:prstGeom>
          <a:solidFill>
            <a:srgbClr val="F5F7FA">
              <a:alpha val="26687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723917" y="2612996"/>
            <a:ext cx="13208" cy="13208"/>
          </a:xfrm>
          <a:prstGeom prst="ellipse">
            <a:avLst/>
          </a:prstGeom>
          <a:solidFill>
            <a:srgbClr val="F5F7FA">
              <a:alpha val="24703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6692367" y="5443097"/>
            <a:ext cx="17443" cy="17443"/>
          </a:xfrm>
          <a:prstGeom prst="ellipse">
            <a:avLst/>
          </a:prstGeom>
          <a:solidFill>
            <a:srgbClr val="F5F7FA">
              <a:alpha val="47492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6493144" y="5535642"/>
            <a:ext cx="25878" cy="25878"/>
          </a:xfrm>
          <a:prstGeom prst="ellipse">
            <a:avLst/>
          </a:prstGeom>
          <a:solidFill>
            <a:srgbClr val="F5F7FA">
              <a:alpha val="31968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0458162" y="4837965"/>
            <a:ext cx="22460" cy="22460"/>
          </a:xfrm>
          <a:prstGeom prst="ellipse">
            <a:avLst/>
          </a:prstGeom>
          <a:solidFill>
            <a:srgbClr val="F5F7FA">
              <a:alpha val="2523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4439036" y="5043399"/>
            <a:ext cx="16128" cy="16128"/>
          </a:xfrm>
          <a:prstGeom prst="ellipse">
            <a:avLst/>
          </a:prstGeom>
          <a:solidFill>
            <a:srgbClr val="F5F7FA">
              <a:alpha val="48451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6347019" y="2257278"/>
            <a:ext cx="22531" cy="22531"/>
          </a:xfrm>
          <a:prstGeom prst="ellipse">
            <a:avLst/>
          </a:prstGeom>
          <a:solidFill>
            <a:srgbClr val="F5F7FA">
              <a:alpha val="42434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7903802" y="6808934"/>
            <a:ext cx="23786" cy="23786"/>
          </a:xfrm>
          <a:prstGeom prst="ellipse">
            <a:avLst/>
          </a:prstGeom>
          <a:solidFill>
            <a:srgbClr val="F5F7FA">
              <a:alpha val="34832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9861957" y="5913702"/>
            <a:ext cx="21519" cy="21519"/>
          </a:xfrm>
          <a:prstGeom prst="ellipse">
            <a:avLst/>
          </a:prstGeom>
          <a:solidFill>
            <a:srgbClr val="F5F7FA">
              <a:alpha val="3904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4394717" y="6344914"/>
            <a:ext cx="18575" cy="18575"/>
          </a:xfrm>
          <a:prstGeom prst="ellipse">
            <a:avLst/>
          </a:prstGeom>
          <a:solidFill>
            <a:srgbClr val="F5F7FA">
              <a:alpha val="34751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2188631" y="6239904"/>
            <a:ext cx="28161" cy="28161"/>
          </a:xfrm>
          <a:prstGeom prst="ellipse">
            <a:avLst/>
          </a:prstGeom>
          <a:solidFill>
            <a:srgbClr val="F5F7FA">
              <a:alpha val="30174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6705537" y="5768005"/>
            <a:ext cx="28129" cy="28129"/>
          </a:xfrm>
          <a:prstGeom prst="ellipse">
            <a:avLst/>
          </a:prstGeom>
          <a:solidFill>
            <a:srgbClr val="F5F7FA">
              <a:alpha val="30926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8764035" y="1796550"/>
            <a:ext cx="24981" cy="24981"/>
          </a:xfrm>
          <a:prstGeom prst="ellipse">
            <a:avLst/>
          </a:prstGeom>
          <a:solidFill>
            <a:srgbClr val="F5F7FA">
              <a:alpha val="20587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440447" y="844873"/>
            <a:ext cx="13638" cy="13638"/>
          </a:xfrm>
          <a:prstGeom prst="ellipse">
            <a:avLst/>
          </a:prstGeom>
          <a:solidFill>
            <a:srgbClr val="F5F7FA">
              <a:alpha val="22924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3097573" y="2320308"/>
            <a:ext cx="14013" cy="14013"/>
          </a:xfrm>
          <a:prstGeom prst="ellipse">
            <a:avLst/>
          </a:prstGeom>
          <a:solidFill>
            <a:srgbClr val="F5F7FA">
              <a:alpha val="35774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3199379" y="42186"/>
            <a:ext cx="19806" cy="19806"/>
          </a:xfrm>
          <a:prstGeom prst="ellipse">
            <a:avLst/>
          </a:prstGeom>
          <a:solidFill>
            <a:srgbClr val="F5F7FA">
              <a:alpha val="46609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1595352" y="2053843"/>
            <a:ext cx="24109" cy="24109"/>
          </a:xfrm>
          <a:prstGeom prst="ellipse">
            <a:avLst/>
          </a:prstGeom>
          <a:solidFill>
            <a:srgbClr val="F5F7FA">
              <a:alpha val="24748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7165861" y="142610"/>
            <a:ext cx="23061" cy="23061"/>
          </a:xfrm>
          <a:prstGeom prst="ellipse">
            <a:avLst/>
          </a:prstGeom>
          <a:solidFill>
            <a:srgbClr val="F5F7FA">
              <a:alpha val="30253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8020241" y="5653822"/>
            <a:ext cx="14021" cy="14021"/>
          </a:xfrm>
          <a:prstGeom prst="ellipse">
            <a:avLst/>
          </a:prstGeom>
          <a:solidFill>
            <a:srgbClr val="F5F7FA">
              <a:alpha val="54482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10781142" y="722812"/>
            <a:ext cx="21168" cy="21168"/>
          </a:xfrm>
          <a:prstGeom prst="ellipse">
            <a:avLst/>
          </a:prstGeom>
          <a:solidFill>
            <a:srgbClr val="F5F7FA">
              <a:alpha val="47312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2654809" y="3806913"/>
            <a:ext cx="16869" cy="16869"/>
          </a:xfrm>
          <a:prstGeom prst="ellipse">
            <a:avLst/>
          </a:prstGeom>
          <a:solidFill>
            <a:srgbClr val="F5F7FA">
              <a:alpha val="26027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6971028" y="2629459"/>
            <a:ext cx="18598" cy="18598"/>
          </a:xfrm>
          <a:prstGeom prst="ellipse">
            <a:avLst/>
          </a:prstGeom>
          <a:solidFill>
            <a:srgbClr val="F5F7FA">
              <a:alpha val="20874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550529" y="1423782"/>
            <a:ext cx="15789" cy="15789"/>
          </a:xfrm>
          <a:prstGeom prst="ellipse">
            <a:avLst/>
          </a:prstGeom>
          <a:solidFill>
            <a:srgbClr val="F5F7FA">
              <a:alpha val="32284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9883907" y="4169216"/>
            <a:ext cx="22870" cy="22870"/>
          </a:xfrm>
          <a:prstGeom prst="ellipse">
            <a:avLst/>
          </a:prstGeom>
          <a:solidFill>
            <a:srgbClr val="F5F7FA">
              <a:alpha val="34764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8179536" y="2399095"/>
            <a:ext cx="28053" cy="28053"/>
          </a:xfrm>
          <a:prstGeom prst="ellipse">
            <a:avLst/>
          </a:prstGeom>
          <a:solidFill>
            <a:srgbClr val="F5F7FA">
              <a:alpha val="27451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3414699" y="1870751"/>
            <a:ext cx="18945" cy="18945"/>
          </a:xfrm>
          <a:prstGeom prst="ellipse">
            <a:avLst/>
          </a:prstGeom>
          <a:solidFill>
            <a:srgbClr val="F5F7FA">
              <a:alpha val="2633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405867" y="5801519"/>
            <a:ext cx="19116" cy="19116"/>
          </a:xfrm>
          <a:prstGeom prst="ellipse">
            <a:avLst/>
          </a:prstGeom>
          <a:solidFill>
            <a:srgbClr val="F5F7FA">
              <a:alpha val="33131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7581867" y="2676731"/>
            <a:ext cx="20439" cy="20439"/>
          </a:xfrm>
          <a:prstGeom prst="ellipse">
            <a:avLst/>
          </a:prstGeom>
          <a:solidFill>
            <a:srgbClr val="F5F7FA">
              <a:alpha val="50879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3118059" y="6635721"/>
            <a:ext cx="25149" cy="25149"/>
          </a:xfrm>
          <a:prstGeom prst="ellipse">
            <a:avLst/>
          </a:prstGeom>
          <a:solidFill>
            <a:srgbClr val="F5F7FA">
              <a:alpha val="41117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6731877" y="6417822"/>
            <a:ext cx="16582" cy="16582"/>
          </a:xfrm>
          <a:prstGeom prst="ellipse">
            <a:avLst/>
          </a:prstGeom>
          <a:solidFill>
            <a:srgbClr val="F5F7FA">
              <a:alpha val="32795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1114123" y="1176367"/>
            <a:ext cx="23188" cy="23188"/>
          </a:xfrm>
          <a:prstGeom prst="ellipse">
            <a:avLst/>
          </a:prstGeom>
          <a:solidFill>
            <a:srgbClr val="F5F7FA">
              <a:alpha val="32827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7788407" y="6574690"/>
            <a:ext cx="28914" cy="28914"/>
          </a:xfrm>
          <a:prstGeom prst="ellipse">
            <a:avLst/>
          </a:prstGeom>
          <a:solidFill>
            <a:srgbClr val="F5F7FA">
              <a:alpha val="53311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414647" y="3732124"/>
            <a:ext cx="26240" cy="26240"/>
          </a:xfrm>
          <a:prstGeom prst="ellipse">
            <a:avLst/>
          </a:prstGeom>
          <a:solidFill>
            <a:srgbClr val="F5F7FA">
              <a:alpha val="45421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9095795" y="2470003"/>
            <a:ext cx="14355" cy="14355"/>
          </a:xfrm>
          <a:prstGeom prst="ellipse">
            <a:avLst/>
          </a:prstGeom>
          <a:solidFill>
            <a:srgbClr val="F5F7FA">
              <a:alpha val="54959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1170148" y="6259659"/>
            <a:ext cx="24754" cy="24754"/>
          </a:xfrm>
          <a:prstGeom prst="ellipse">
            <a:avLst/>
          </a:prstGeom>
          <a:solidFill>
            <a:srgbClr val="F5F7FA">
              <a:alpha val="39579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1773670" y="2316427"/>
            <a:ext cx="26145" cy="26145"/>
          </a:xfrm>
          <a:prstGeom prst="ellipse">
            <a:avLst/>
          </a:prstGeom>
          <a:solidFill>
            <a:srgbClr val="F5F7FA">
              <a:alpha val="47677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3079595" y="4271639"/>
            <a:ext cx="21371" cy="21371"/>
          </a:xfrm>
          <a:prstGeom prst="ellipse">
            <a:avLst/>
          </a:prstGeom>
          <a:solidFill>
            <a:srgbClr val="F5F7FA">
              <a:alpha val="23943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3582774" y="3404629"/>
            <a:ext cx="23642" cy="23642"/>
          </a:xfrm>
          <a:prstGeom prst="ellipse">
            <a:avLst/>
          </a:prstGeom>
          <a:solidFill>
            <a:srgbClr val="F5F7FA">
              <a:alpha val="46588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6745047" y="6742730"/>
            <a:ext cx="27268" cy="27268"/>
          </a:xfrm>
          <a:prstGeom prst="ellipse">
            <a:avLst/>
          </a:prstGeom>
          <a:solidFill>
            <a:srgbClr val="F5F7FA">
              <a:alpha val="51229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3385014" y="4295275"/>
            <a:ext cx="22292" cy="22292"/>
          </a:xfrm>
          <a:prstGeom prst="ellipse">
            <a:avLst/>
          </a:prstGeom>
          <a:solidFill>
            <a:srgbClr val="F5F7FA">
              <a:alpha val="21446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10962387" y="2581598"/>
            <a:ext cx="20092" cy="20092"/>
          </a:xfrm>
          <a:prstGeom prst="ellipse">
            <a:avLst/>
          </a:prstGeom>
          <a:solidFill>
            <a:srgbClr val="F5F7FA">
              <a:alpha val="51005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11264880" y="1009033"/>
            <a:ext cx="24124" cy="24124"/>
          </a:xfrm>
          <a:prstGeom prst="ellipse">
            <a:avLst/>
          </a:prstGeom>
          <a:solidFill>
            <a:srgbClr val="F5F7FA">
              <a:alpha val="32744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5948155" y="254911"/>
            <a:ext cx="28089" cy="28089"/>
          </a:xfrm>
          <a:prstGeom prst="ellipse">
            <a:avLst/>
          </a:prstGeom>
          <a:solidFill>
            <a:srgbClr val="F5F7FA">
              <a:alpha val="24134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7053393" y="1504568"/>
            <a:ext cx="25077" cy="25077"/>
          </a:xfrm>
          <a:prstGeom prst="ellipse">
            <a:avLst/>
          </a:prstGeom>
          <a:solidFill>
            <a:srgbClr val="F5F7FA">
              <a:alpha val="29495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11269270" y="3403335"/>
            <a:ext cx="27686" cy="27686"/>
          </a:xfrm>
          <a:prstGeom prst="ellipse">
            <a:avLst/>
          </a:prstGeom>
          <a:solidFill>
            <a:srgbClr val="F5F7FA">
              <a:alpha val="38889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6705119" y="3580547"/>
            <a:ext cx="16817" cy="16817"/>
          </a:xfrm>
          <a:prstGeom prst="ellipse">
            <a:avLst/>
          </a:prstGeom>
          <a:solidFill>
            <a:srgbClr val="F5F7FA">
              <a:alpha val="43674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12175285" y="4745537"/>
            <a:ext cx="16650" cy="16650"/>
          </a:xfrm>
          <a:prstGeom prst="ellipse">
            <a:avLst/>
          </a:prstGeom>
          <a:solidFill>
            <a:srgbClr val="F5F7FA">
              <a:alpha val="28726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2694319" y="4781638"/>
            <a:ext cx="16008" cy="16008"/>
          </a:xfrm>
          <a:prstGeom prst="ellipse">
            <a:avLst/>
          </a:prstGeom>
          <a:solidFill>
            <a:srgbClr val="F5F7FA">
              <a:alpha val="4633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1592007" y="5128184"/>
            <a:ext cx="15909" cy="15909"/>
          </a:xfrm>
          <a:prstGeom prst="ellipse">
            <a:avLst/>
          </a:prstGeom>
          <a:solidFill>
            <a:srgbClr val="F5F7FA">
              <a:alpha val="21732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10072468" y="3160507"/>
            <a:ext cx="22244" cy="22244"/>
          </a:xfrm>
          <a:prstGeom prst="ellipse">
            <a:avLst/>
          </a:prstGeom>
          <a:solidFill>
            <a:srgbClr val="F5F7FA">
              <a:alpha val="25365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5859519" y="2857941"/>
            <a:ext cx="16522" cy="16522"/>
          </a:xfrm>
          <a:prstGeom prst="ellipse">
            <a:avLst/>
          </a:prstGeom>
          <a:solidFill>
            <a:srgbClr val="F5F7FA">
              <a:alpha val="31734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10928312" y="2611820"/>
            <a:ext cx="19877" cy="19877"/>
          </a:xfrm>
          <a:prstGeom prst="ellipse">
            <a:avLst/>
          </a:prstGeom>
          <a:solidFill>
            <a:srgbClr val="F5F7FA">
              <a:alpha val="39976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8872740" y="1321476"/>
            <a:ext cx="19913" cy="19913"/>
          </a:xfrm>
          <a:prstGeom prst="ellipse">
            <a:avLst/>
          </a:prstGeom>
          <a:solidFill>
            <a:srgbClr val="F5F7FA">
              <a:alpha val="31078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4509276" y="2204244"/>
            <a:ext cx="23742" cy="23742"/>
          </a:xfrm>
          <a:prstGeom prst="ellipse">
            <a:avLst/>
          </a:prstGeom>
          <a:solidFill>
            <a:srgbClr val="F5F7FA">
              <a:alpha val="41768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6266745" y="603456"/>
            <a:ext cx="23236" cy="23236"/>
          </a:xfrm>
          <a:prstGeom prst="ellipse">
            <a:avLst/>
          </a:prstGeom>
          <a:solidFill>
            <a:srgbClr val="F5F7FA">
              <a:alpha val="40071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4512202" y="3800446"/>
            <a:ext cx="20630" cy="20630"/>
          </a:xfrm>
          <a:prstGeom prst="ellipse">
            <a:avLst/>
          </a:prstGeom>
          <a:solidFill>
            <a:srgbClr val="F5F7FA">
              <a:alpha val="22531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6771387" y="534547"/>
            <a:ext cx="15721" cy="15721"/>
          </a:xfrm>
          <a:prstGeom prst="ellipse">
            <a:avLst/>
          </a:prstGeom>
          <a:solidFill>
            <a:srgbClr val="F5F7FA">
              <a:alpha val="53098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7926797" y="3675092"/>
            <a:ext cx="20498" cy="20498"/>
          </a:xfrm>
          <a:prstGeom prst="ellipse">
            <a:avLst/>
          </a:prstGeom>
          <a:solidFill>
            <a:srgbClr val="F5F7FA">
              <a:alpha val="33685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5118651" y="1453415"/>
            <a:ext cx="18909" cy="18909"/>
          </a:xfrm>
          <a:prstGeom prst="ellipse">
            <a:avLst/>
          </a:prstGeom>
          <a:solidFill>
            <a:srgbClr val="F5F7FA">
              <a:alpha val="46392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8581954" y="2420849"/>
            <a:ext cx="19893" cy="19893"/>
          </a:xfrm>
          <a:prstGeom prst="ellipse">
            <a:avLst/>
          </a:prstGeom>
          <a:solidFill>
            <a:srgbClr val="F5F7FA">
              <a:alpha val="42391"/>
            </a:srgbClr>
          </a:solidFill>
          <a:ln/>
        </p:spPr>
      </p:sp>
      <p:sp>
        <p:nvSpPr>
          <p:cNvPr id="72" name="Shape 70"/>
          <p:cNvSpPr/>
          <p:nvPr/>
        </p:nvSpPr>
        <p:spPr>
          <a:xfrm>
            <a:off x="5318608" y="1051560"/>
            <a:ext cx="1554480" cy="1554480"/>
          </a:xfrm>
          <a:prstGeom prst="ellipse">
            <a:avLst/>
          </a:prstGeom>
          <a:solidFill>
            <a:srgbClr val="F04E23"/>
          </a:solidFill>
          <a:ln/>
        </p:spPr>
      </p:sp>
      <p:pic>
        <p:nvPicPr>
          <p:cNvPr id="7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91683" y="1424635"/>
            <a:ext cx="808330" cy="808330"/>
          </a:xfrm>
          <a:prstGeom prst="rect">
            <a:avLst/>
          </a:prstGeom>
        </p:spPr>
      </p:pic>
      <p:sp>
        <p:nvSpPr>
          <p:cNvPr id="74" name="Text 71"/>
          <p:cNvSpPr/>
          <p:nvPr/>
        </p:nvSpPr>
        <p:spPr>
          <a:xfrm>
            <a:off x="0" y="2880360"/>
            <a:ext cx="12191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spc="200" kern="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CLONE SPACEX</a:t>
            </a:r>
            <a:endParaRPr lang="en-US" sz="4800" dirty="0"/>
          </a:p>
        </p:txBody>
      </p:sp>
      <p:sp>
        <p:nvSpPr>
          <p:cNvPr id="75" name="Text 72"/>
          <p:cNvSpPr/>
          <p:nvPr/>
        </p:nvSpPr>
        <p:spPr>
          <a:xfrm>
            <a:off x="0" y="374904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4E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Progetto Finale — Corso di Web Development</a:t>
            </a:r>
            <a:endParaRPr lang="en-US" sz="1600" dirty="0"/>
          </a:p>
        </p:txBody>
      </p:sp>
      <p:sp>
        <p:nvSpPr>
          <p:cNvPr id="76" name="Shape 73"/>
          <p:cNvSpPr/>
          <p:nvPr/>
        </p:nvSpPr>
        <p:spPr>
          <a:xfrm>
            <a:off x="5181905" y="4434840"/>
            <a:ext cx="1828800" cy="0"/>
          </a:xfrm>
          <a:prstGeom prst="line">
            <a:avLst/>
          </a:prstGeom>
          <a:noFill/>
          <a:ln w="19050">
            <a:solidFill>
              <a:srgbClr val="1B1F2C"/>
            </a:solidFill>
            <a:prstDash val="solid"/>
          </a:ln>
        </p:spPr>
      </p:sp>
      <p:sp>
        <p:nvSpPr>
          <p:cNvPr id="77" name="Text 74"/>
          <p:cNvSpPr/>
          <p:nvPr/>
        </p:nvSpPr>
        <p:spPr>
          <a:xfrm>
            <a:off x="914400" y="598932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Felice Russo · Fidel Vicente · Rosario Floridia · Federico Maria Calato · Nicolau A. L. Benedito</a:t>
            </a:r>
            <a:endParaRPr lang="en-US" sz="1100" dirty="0"/>
          </a:p>
        </p:txBody>
      </p:sp>
      <p:sp>
        <p:nvSpPr>
          <p:cNvPr id="78" name="Text 75"/>
          <p:cNvSpPr/>
          <p:nvPr/>
        </p:nvSpPr>
        <p:spPr>
          <a:xfrm>
            <a:off x="914400" y="6309360"/>
            <a:ext cx="10362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Luglio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22995" y="3038593"/>
            <a:ext cx="16596" cy="16596"/>
          </a:xfrm>
          <a:prstGeom prst="ellipse">
            <a:avLst/>
          </a:prstGeom>
          <a:solidFill>
            <a:srgbClr val="F5F7FA">
              <a:alpha val="43469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144208" y="4859749"/>
            <a:ext cx="14955" cy="14955"/>
          </a:xfrm>
          <a:prstGeom prst="ellipse">
            <a:avLst/>
          </a:prstGeom>
          <a:solidFill>
            <a:srgbClr val="F5F7FA">
              <a:alpha val="45914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376059" y="472017"/>
            <a:ext cx="18937" cy="18937"/>
          </a:xfrm>
          <a:prstGeom prst="ellipse">
            <a:avLst/>
          </a:prstGeom>
          <a:solidFill>
            <a:srgbClr val="F5F7FA">
              <a:alpha val="52391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827882" y="1220729"/>
            <a:ext cx="25898" cy="25898"/>
          </a:xfrm>
          <a:prstGeom prst="ellipse">
            <a:avLst/>
          </a:prstGeom>
          <a:solidFill>
            <a:srgbClr val="F5F7FA">
              <a:alpha val="54259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22328" y="2957219"/>
            <a:ext cx="27102" cy="27102"/>
          </a:xfrm>
          <a:prstGeom prst="ellipse">
            <a:avLst/>
          </a:prstGeom>
          <a:solidFill>
            <a:srgbClr val="F5F7FA">
              <a:alpha val="36395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849031" y="3564819"/>
            <a:ext cx="27833" cy="27833"/>
          </a:xfrm>
          <a:prstGeom prst="ellipse">
            <a:avLst/>
          </a:prstGeom>
          <a:solidFill>
            <a:srgbClr val="F5F7FA">
              <a:alpha val="51082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4762695" y="4482865"/>
            <a:ext cx="29105" cy="29105"/>
          </a:xfrm>
          <a:prstGeom prst="ellipse">
            <a:avLst/>
          </a:prstGeom>
          <a:solidFill>
            <a:srgbClr val="F5F7FA">
              <a:alpha val="23568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2067435" y="3086688"/>
            <a:ext cx="20352" cy="20352"/>
          </a:xfrm>
          <a:prstGeom prst="ellipse">
            <a:avLst/>
          </a:prstGeom>
          <a:solidFill>
            <a:srgbClr val="F5F7FA">
              <a:alpha val="24283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062155" y="3355622"/>
            <a:ext cx="16002" cy="16002"/>
          </a:xfrm>
          <a:prstGeom prst="ellipse">
            <a:avLst/>
          </a:prstGeom>
          <a:solidFill>
            <a:srgbClr val="F5F7FA">
              <a:alpha val="27736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4955228" y="3681001"/>
            <a:ext cx="20728" cy="20728"/>
          </a:xfrm>
          <a:prstGeom prst="ellipse">
            <a:avLst/>
          </a:prstGeom>
          <a:solidFill>
            <a:srgbClr val="F5F7FA">
              <a:alpha val="33061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3915631" y="2962157"/>
            <a:ext cx="22136" cy="22136"/>
          </a:xfrm>
          <a:prstGeom prst="ellipse">
            <a:avLst/>
          </a:prstGeom>
          <a:solidFill>
            <a:srgbClr val="F5F7FA">
              <a:alpha val="21246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568141" y="4416425"/>
            <a:ext cx="27336" cy="27336"/>
          </a:xfrm>
          <a:prstGeom prst="ellipse">
            <a:avLst/>
          </a:prstGeom>
          <a:solidFill>
            <a:srgbClr val="F5F7FA">
              <a:alpha val="2902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3341584" y="3387137"/>
            <a:ext cx="28202" cy="28202"/>
          </a:xfrm>
          <a:prstGeom prst="ellipse">
            <a:avLst/>
          </a:prstGeom>
          <a:solidFill>
            <a:srgbClr val="F5F7FA">
              <a:alpha val="24407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2603017" y="297627"/>
            <a:ext cx="26968" cy="26968"/>
          </a:xfrm>
          <a:prstGeom prst="ellipse">
            <a:avLst/>
          </a:prstGeom>
          <a:solidFill>
            <a:srgbClr val="F5F7FA">
              <a:alpha val="3895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3891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04E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RUNDOWN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713232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 della Presentazione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7223760" y="47548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04E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minuti totali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06424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15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40080" y="1600200"/>
            <a:ext cx="10881360" cy="438912"/>
          </a:xfrm>
          <a:prstGeom prst="roundRect">
            <a:avLst>
              <a:gd name="adj" fmla="val 12500"/>
            </a:avLst>
          </a:prstGeom>
          <a:solidFill>
            <a:srgbClr val="12151F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" y="1636776"/>
            <a:ext cx="365760" cy="365760"/>
          </a:xfrm>
          <a:prstGeom prst="ellipse">
            <a:avLst/>
          </a:prstGeom>
          <a:solidFill>
            <a:srgbClr val="F04E23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16367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417320" y="1600200"/>
            <a:ext cx="6583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Presentazione del Team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8092440" y="160020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@Felice Russo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561320" y="1600200"/>
            <a:ext cx="960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04E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2-3 min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40080" y="2130552"/>
            <a:ext cx="10881360" cy="438912"/>
          </a:xfrm>
          <a:prstGeom prst="roundRect">
            <a:avLst>
              <a:gd name="adj" fmla="val 12500"/>
            </a:avLst>
          </a:prstGeom>
          <a:solidFill>
            <a:srgbClr val="12151F"/>
          </a:solidFill>
          <a:ln/>
        </p:spPr>
      </p:sp>
      <p:sp>
        <p:nvSpPr>
          <p:cNvPr id="27" name="Shape 25"/>
          <p:cNvSpPr/>
          <p:nvPr/>
        </p:nvSpPr>
        <p:spPr>
          <a:xfrm>
            <a:off x="822960" y="2167128"/>
            <a:ext cx="365760" cy="365760"/>
          </a:xfrm>
          <a:prstGeom prst="ellipse">
            <a:avLst/>
          </a:prstGeom>
          <a:solidFill>
            <a:srgbClr val="F04E23"/>
          </a:solidFill>
          <a:ln/>
        </p:spPr>
      </p:sp>
      <p:sp>
        <p:nvSpPr>
          <p:cNvPr id="28" name="Text 26"/>
          <p:cNvSpPr/>
          <p:nvPr/>
        </p:nvSpPr>
        <p:spPr>
          <a:xfrm>
            <a:off x="822960" y="21671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417320" y="2130552"/>
            <a:ext cx="6583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Divisione dei Compiti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8092440" y="2130552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@Felice Russo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0561320" y="2130552"/>
            <a:ext cx="960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04E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40080" y="2660904"/>
            <a:ext cx="10881360" cy="438912"/>
          </a:xfrm>
          <a:prstGeom prst="roundRect">
            <a:avLst>
              <a:gd name="adj" fmla="val 12500"/>
            </a:avLst>
          </a:prstGeom>
          <a:solidFill>
            <a:srgbClr val="12151F"/>
          </a:solidFill>
          <a:ln/>
        </p:spPr>
      </p:sp>
      <p:sp>
        <p:nvSpPr>
          <p:cNvPr id="33" name="Shape 31"/>
          <p:cNvSpPr/>
          <p:nvPr/>
        </p:nvSpPr>
        <p:spPr>
          <a:xfrm>
            <a:off x="822960" y="2697480"/>
            <a:ext cx="365760" cy="365760"/>
          </a:xfrm>
          <a:prstGeom prst="ellipse">
            <a:avLst/>
          </a:prstGeom>
          <a:solidFill>
            <a:srgbClr val="F04E23"/>
          </a:solidFill>
          <a:ln/>
        </p:spPr>
      </p:sp>
      <p:sp>
        <p:nvSpPr>
          <p:cNvPr id="34" name="Text 32"/>
          <p:cNvSpPr/>
          <p:nvPr/>
        </p:nvSpPr>
        <p:spPr>
          <a:xfrm>
            <a:off x="822960" y="2697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1417320" y="2660904"/>
            <a:ext cx="6583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Metodologia di Lavoro</a:t>
            </a:r>
            <a:endParaRPr lang="en-US" sz="1450" dirty="0"/>
          </a:p>
        </p:txBody>
      </p:sp>
      <p:sp>
        <p:nvSpPr>
          <p:cNvPr id="36" name="Text 34"/>
          <p:cNvSpPr/>
          <p:nvPr/>
        </p:nvSpPr>
        <p:spPr>
          <a:xfrm>
            <a:off x="8092440" y="2660904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@Felice Russo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0561320" y="2660904"/>
            <a:ext cx="960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04E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2-3 min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40080" y="3191256"/>
            <a:ext cx="10881360" cy="438912"/>
          </a:xfrm>
          <a:prstGeom prst="roundRect">
            <a:avLst>
              <a:gd name="adj" fmla="val 12500"/>
            </a:avLst>
          </a:prstGeom>
          <a:solidFill>
            <a:srgbClr val="12151F"/>
          </a:solidFill>
          <a:ln/>
        </p:spPr>
      </p:sp>
      <p:sp>
        <p:nvSpPr>
          <p:cNvPr id="39" name="Shape 37"/>
          <p:cNvSpPr/>
          <p:nvPr/>
        </p:nvSpPr>
        <p:spPr>
          <a:xfrm>
            <a:off x="822960" y="3227832"/>
            <a:ext cx="365760" cy="365760"/>
          </a:xfrm>
          <a:prstGeom prst="ellipse">
            <a:avLst/>
          </a:prstGeom>
          <a:solidFill>
            <a:srgbClr val="F04E23"/>
          </a:solidFill>
          <a:ln/>
        </p:spPr>
      </p:sp>
      <p:sp>
        <p:nvSpPr>
          <p:cNvPr id="40" name="Text 38"/>
          <p:cNvSpPr/>
          <p:nvPr/>
        </p:nvSpPr>
        <p:spPr>
          <a:xfrm>
            <a:off x="822960" y="32278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1417320" y="3191256"/>
            <a:ext cx="6583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Workflow</a:t>
            </a:r>
            <a:endParaRPr lang="en-US" sz="1450" dirty="0"/>
          </a:p>
        </p:txBody>
      </p:sp>
      <p:sp>
        <p:nvSpPr>
          <p:cNvPr id="42" name="Text 40"/>
          <p:cNvSpPr/>
          <p:nvPr/>
        </p:nvSpPr>
        <p:spPr>
          <a:xfrm>
            <a:off x="8092440" y="3191256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@Nicolau A. L. Benedito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10561320" y="3191256"/>
            <a:ext cx="960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04E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4-5 min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640080" y="3721608"/>
            <a:ext cx="10881360" cy="438912"/>
          </a:xfrm>
          <a:prstGeom prst="roundRect">
            <a:avLst>
              <a:gd name="adj" fmla="val 12500"/>
            </a:avLst>
          </a:prstGeom>
          <a:solidFill>
            <a:srgbClr val="12151F"/>
          </a:solidFill>
          <a:ln/>
        </p:spPr>
      </p:sp>
      <p:sp>
        <p:nvSpPr>
          <p:cNvPr id="45" name="Shape 43"/>
          <p:cNvSpPr/>
          <p:nvPr/>
        </p:nvSpPr>
        <p:spPr>
          <a:xfrm>
            <a:off x="822960" y="3758184"/>
            <a:ext cx="365760" cy="365760"/>
          </a:xfrm>
          <a:prstGeom prst="ellipse">
            <a:avLst/>
          </a:prstGeom>
          <a:solidFill>
            <a:srgbClr val="F04E23"/>
          </a:solidFill>
          <a:ln/>
        </p:spPr>
      </p:sp>
      <p:sp>
        <p:nvSpPr>
          <p:cNvPr id="46" name="Text 44"/>
          <p:cNvSpPr/>
          <p:nvPr/>
        </p:nvSpPr>
        <p:spPr>
          <a:xfrm>
            <a:off x="822960" y="37581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1417320" y="3721608"/>
            <a:ext cx="6583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Tecnologie Utilizzate</a:t>
            </a:r>
            <a:endParaRPr lang="en-US" sz="1450" dirty="0"/>
          </a:p>
        </p:txBody>
      </p:sp>
      <p:sp>
        <p:nvSpPr>
          <p:cNvPr id="48" name="Text 46"/>
          <p:cNvSpPr/>
          <p:nvPr/>
        </p:nvSpPr>
        <p:spPr>
          <a:xfrm>
            <a:off x="8092440" y="3721608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@Fidel Vicente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10561320" y="3721608"/>
            <a:ext cx="960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04E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640080" y="4251960"/>
            <a:ext cx="10881360" cy="438912"/>
          </a:xfrm>
          <a:prstGeom prst="roundRect">
            <a:avLst>
              <a:gd name="adj" fmla="val 12500"/>
            </a:avLst>
          </a:prstGeom>
          <a:solidFill>
            <a:srgbClr val="12151F"/>
          </a:solidFill>
          <a:ln/>
        </p:spPr>
      </p:sp>
      <p:sp>
        <p:nvSpPr>
          <p:cNvPr id="51" name="Shape 49"/>
          <p:cNvSpPr/>
          <p:nvPr/>
        </p:nvSpPr>
        <p:spPr>
          <a:xfrm>
            <a:off x="822960" y="4288536"/>
            <a:ext cx="365760" cy="365760"/>
          </a:xfrm>
          <a:prstGeom prst="ellipse">
            <a:avLst/>
          </a:prstGeom>
          <a:solidFill>
            <a:srgbClr val="F04E23"/>
          </a:solidFill>
          <a:ln/>
        </p:spPr>
      </p:sp>
      <p:sp>
        <p:nvSpPr>
          <p:cNvPr id="52" name="Text 50"/>
          <p:cNvSpPr/>
          <p:nvPr/>
        </p:nvSpPr>
        <p:spPr>
          <a:xfrm>
            <a:off x="822960" y="42885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1417320" y="4251960"/>
            <a:ext cx="6583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Presentazione Clone SpaceX</a:t>
            </a:r>
            <a:endParaRPr lang="en-US" sz="1450" dirty="0"/>
          </a:p>
        </p:txBody>
      </p:sp>
      <p:sp>
        <p:nvSpPr>
          <p:cNvPr id="54" name="Text 52"/>
          <p:cNvSpPr/>
          <p:nvPr/>
        </p:nvSpPr>
        <p:spPr>
          <a:xfrm>
            <a:off x="8092440" y="425196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Tutto il team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10561320" y="4251960"/>
            <a:ext cx="960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04E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~14 min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640080" y="4782312"/>
            <a:ext cx="10881360" cy="438912"/>
          </a:xfrm>
          <a:prstGeom prst="roundRect">
            <a:avLst>
              <a:gd name="adj" fmla="val 12500"/>
            </a:avLst>
          </a:prstGeom>
          <a:solidFill>
            <a:srgbClr val="12151F"/>
          </a:solidFill>
          <a:ln/>
        </p:spPr>
      </p:sp>
      <p:sp>
        <p:nvSpPr>
          <p:cNvPr id="57" name="Shape 55"/>
          <p:cNvSpPr/>
          <p:nvPr/>
        </p:nvSpPr>
        <p:spPr>
          <a:xfrm>
            <a:off x="822960" y="4818888"/>
            <a:ext cx="365760" cy="365760"/>
          </a:xfrm>
          <a:prstGeom prst="ellipse">
            <a:avLst/>
          </a:prstGeom>
          <a:solidFill>
            <a:srgbClr val="F04E23"/>
          </a:solidFill>
          <a:ln/>
        </p:spPr>
      </p:sp>
      <p:sp>
        <p:nvSpPr>
          <p:cNvPr id="58" name="Text 56"/>
          <p:cNvSpPr/>
          <p:nvPr/>
        </p:nvSpPr>
        <p:spPr>
          <a:xfrm>
            <a:off x="822960" y="48188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300" dirty="0"/>
          </a:p>
        </p:txBody>
      </p:sp>
      <p:sp>
        <p:nvSpPr>
          <p:cNvPr id="59" name="Text 57"/>
          <p:cNvSpPr/>
          <p:nvPr/>
        </p:nvSpPr>
        <p:spPr>
          <a:xfrm>
            <a:off x="1417320" y="4782312"/>
            <a:ext cx="6583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Conclusioni</a:t>
            </a:r>
            <a:endParaRPr lang="en-US" sz="1450" dirty="0"/>
          </a:p>
        </p:txBody>
      </p:sp>
      <p:sp>
        <p:nvSpPr>
          <p:cNvPr id="60" name="Text 58"/>
          <p:cNvSpPr/>
          <p:nvPr/>
        </p:nvSpPr>
        <p:spPr>
          <a:xfrm>
            <a:off x="8092440" y="4782312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Tutti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10561320" y="4782312"/>
            <a:ext cx="960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04E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42158" y="2125280"/>
            <a:ext cx="22223" cy="22223"/>
          </a:xfrm>
          <a:prstGeom prst="ellipse">
            <a:avLst/>
          </a:prstGeom>
          <a:solidFill>
            <a:srgbClr val="F5F7FA">
              <a:alpha val="50633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816820" y="3643048"/>
            <a:ext cx="12945" cy="12945"/>
          </a:xfrm>
          <a:prstGeom prst="ellipse">
            <a:avLst/>
          </a:prstGeom>
          <a:solidFill>
            <a:srgbClr val="F5F7FA">
              <a:alpha val="38638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575353" y="5725260"/>
            <a:ext cx="28594" cy="28594"/>
          </a:xfrm>
          <a:prstGeom prst="ellipse">
            <a:avLst/>
          </a:prstGeom>
          <a:solidFill>
            <a:srgbClr val="F5F7FA">
              <a:alpha val="45367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240406" y="4223250"/>
            <a:ext cx="27512" cy="27512"/>
          </a:xfrm>
          <a:prstGeom prst="ellipse">
            <a:avLst/>
          </a:prstGeom>
          <a:solidFill>
            <a:srgbClr val="F5F7FA">
              <a:alpha val="20698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0401615" y="3878351"/>
            <a:ext cx="14983" cy="14983"/>
          </a:xfrm>
          <a:prstGeom prst="ellipse">
            <a:avLst/>
          </a:prstGeom>
          <a:solidFill>
            <a:srgbClr val="F5F7FA">
              <a:alpha val="51912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8621987" y="6129896"/>
            <a:ext cx="24942" cy="24942"/>
          </a:xfrm>
          <a:prstGeom prst="ellipse">
            <a:avLst/>
          </a:prstGeom>
          <a:solidFill>
            <a:srgbClr val="F5F7FA">
              <a:alpha val="29259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8297335" y="1495219"/>
            <a:ext cx="13904" cy="13904"/>
          </a:xfrm>
          <a:prstGeom prst="ellipse">
            <a:avLst/>
          </a:prstGeom>
          <a:solidFill>
            <a:srgbClr val="F5F7FA">
              <a:alpha val="23169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534866" y="811653"/>
            <a:ext cx="29213" cy="29213"/>
          </a:xfrm>
          <a:prstGeom prst="ellipse">
            <a:avLst/>
          </a:prstGeom>
          <a:solidFill>
            <a:srgbClr val="F5F7FA">
              <a:alpha val="4315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3734647" y="2470532"/>
            <a:ext cx="26167" cy="26167"/>
          </a:xfrm>
          <a:prstGeom prst="ellipse">
            <a:avLst/>
          </a:prstGeom>
          <a:solidFill>
            <a:srgbClr val="F5F7FA">
              <a:alpha val="53336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5065658" y="5371189"/>
            <a:ext cx="25289" cy="25289"/>
          </a:xfrm>
          <a:prstGeom prst="ellipse">
            <a:avLst/>
          </a:prstGeom>
          <a:solidFill>
            <a:srgbClr val="F5F7FA">
              <a:alpha val="34716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8152674" y="5872956"/>
            <a:ext cx="17230" cy="17230"/>
          </a:xfrm>
          <a:prstGeom prst="ellipse">
            <a:avLst/>
          </a:prstGeom>
          <a:solidFill>
            <a:srgbClr val="F5F7FA">
              <a:alpha val="24017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9232826" y="6177168"/>
            <a:ext cx="26783" cy="26783"/>
          </a:xfrm>
          <a:prstGeom prst="ellipse">
            <a:avLst/>
          </a:prstGeom>
          <a:solidFill>
            <a:srgbClr val="F5F7FA">
              <a:alpha val="24265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0864866" y="6707158"/>
            <a:ext cx="23263" cy="23263"/>
          </a:xfrm>
          <a:prstGeom prst="ellipse">
            <a:avLst/>
          </a:prstGeom>
          <a:solidFill>
            <a:srgbClr val="F5F7FA">
              <a:alpha val="32002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8382836" y="3060259"/>
            <a:ext cx="22926" cy="22926"/>
          </a:xfrm>
          <a:prstGeom prst="ellipse">
            <a:avLst/>
          </a:prstGeom>
          <a:solidFill>
            <a:srgbClr val="F5F7FA">
              <a:alpha val="4118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3891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04E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TEAM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713232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Presentazione del Team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7223760" y="47548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04E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@Felice Russo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223760" y="75895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2-3 minuti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106424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15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40080" y="2286000"/>
            <a:ext cx="457200" cy="457200"/>
          </a:xfrm>
          <a:prstGeom prst="ellipse">
            <a:avLst/>
          </a:prstGeom>
          <a:solidFill>
            <a:srgbClr val="F04E23"/>
          </a:solidFill>
          <a:ln/>
        </p:spPr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2395728"/>
            <a:ext cx="237744" cy="237744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1325880" y="2258568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Membri del team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1325880" y="2551176"/>
            <a:ext cx="4526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Presentazione di tutti i componenti del gruppo di lavoro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6309360" y="2286000"/>
            <a:ext cx="457200" cy="457200"/>
          </a:xfrm>
          <a:prstGeom prst="ellipse">
            <a:avLst/>
          </a:prstGeom>
          <a:solidFill>
            <a:srgbClr val="F04E23"/>
          </a:solidFill>
          <a:ln/>
        </p:spPr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9088" y="2395728"/>
            <a:ext cx="237744" cy="237744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6995160" y="2258568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Ruolo di ciascuno</a:t>
            </a:r>
            <a:endParaRPr lang="en-US" sz="1500" dirty="0"/>
          </a:p>
        </p:txBody>
      </p:sp>
      <p:sp>
        <p:nvSpPr>
          <p:cNvPr id="28" name="Text 24"/>
          <p:cNvSpPr/>
          <p:nvPr/>
        </p:nvSpPr>
        <p:spPr>
          <a:xfrm>
            <a:off x="6995160" y="2551176"/>
            <a:ext cx="4526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contributo specifico di ogni membro nel progetto</a:t>
            </a:r>
            <a:endParaRPr lang="en-US" sz="1150" dirty="0"/>
          </a:p>
        </p:txBody>
      </p:sp>
      <p:sp>
        <p:nvSpPr>
          <p:cNvPr id="29" name="Shape 25"/>
          <p:cNvSpPr/>
          <p:nvPr/>
        </p:nvSpPr>
        <p:spPr>
          <a:xfrm>
            <a:off x="640080" y="4206240"/>
            <a:ext cx="457200" cy="457200"/>
          </a:xfrm>
          <a:prstGeom prst="ellipse">
            <a:avLst/>
          </a:prstGeom>
          <a:solidFill>
            <a:srgbClr val="F04E23"/>
          </a:solidFill>
          <a:ln/>
        </p:spPr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4315968"/>
            <a:ext cx="237744" cy="237744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1325880" y="4178808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Obiettivo generale</a:t>
            </a:r>
            <a:endParaRPr lang="en-US" sz="1500" dirty="0"/>
          </a:p>
        </p:txBody>
      </p:sp>
      <p:sp>
        <p:nvSpPr>
          <p:cNvPr id="32" name="Text 27"/>
          <p:cNvSpPr/>
          <p:nvPr/>
        </p:nvSpPr>
        <p:spPr>
          <a:xfrm>
            <a:off x="1325880" y="4471416"/>
            <a:ext cx="4526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Cosa volevamo raggiungere realizzando questo lavoro</a:t>
            </a:r>
            <a:endParaRPr lang="en-US" sz="1150" dirty="0"/>
          </a:p>
        </p:txBody>
      </p:sp>
      <p:sp>
        <p:nvSpPr>
          <p:cNvPr id="33" name="Shape 28"/>
          <p:cNvSpPr/>
          <p:nvPr/>
        </p:nvSpPr>
        <p:spPr>
          <a:xfrm>
            <a:off x="6309360" y="4206240"/>
            <a:ext cx="457200" cy="457200"/>
          </a:xfrm>
          <a:prstGeom prst="ellipse">
            <a:avLst/>
          </a:prstGeom>
          <a:solidFill>
            <a:srgbClr val="F04E23"/>
          </a:solidFill>
          <a:ln/>
        </p:spPr>
      </p:sp>
      <p:pic>
        <p:nvPicPr>
          <p:cNvPr id="3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9088" y="4315968"/>
            <a:ext cx="237744" cy="237744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6995160" y="4178808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Introduzione al progetto</a:t>
            </a:r>
            <a:endParaRPr lang="en-US" sz="1500" dirty="0"/>
          </a:p>
        </p:txBody>
      </p:sp>
      <p:sp>
        <p:nvSpPr>
          <p:cNvPr id="36" name="Text 30"/>
          <p:cNvSpPr/>
          <p:nvPr/>
        </p:nvSpPr>
        <p:spPr>
          <a:xfrm>
            <a:off x="6995160" y="4471416"/>
            <a:ext cx="4526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breve panoramica su cosa abbiamo realizzato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69626" y="1211968"/>
            <a:ext cx="27850" cy="27850"/>
          </a:xfrm>
          <a:prstGeom prst="ellipse">
            <a:avLst/>
          </a:prstGeom>
          <a:solidFill>
            <a:srgbClr val="F5F7FA">
              <a:alpha val="22797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297737" y="2426347"/>
            <a:ext cx="27395" cy="27395"/>
          </a:xfrm>
          <a:prstGeom prst="ellipse">
            <a:avLst/>
          </a:prstGeom>
          <a:solidFill>
            <a:srgbClr val="F5F7FA">
              <a:alpha val="31362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966342" y="4120503"/>
            <a:ext cx="21792" cy="21792"/>
          </a:xfrm>
          <a:prstGeom prst="ellipse">
            <a:avLst/>
          </a:prstGeom>
          <a:solidFill>
            <a:srgbClr val="F5F7FA">
              <a:alpha val="38344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844624" y="367771"/>
            <a:ext cx="29126" cy="29126"/>
          </a:xfrm>
          <a:prstGeom prst="ellipse">
            <a:avLst/>
          </a:prstGeom>
          <a:solidFill>
            <a:srgbClr val="F5F7FA">
              <a:alpha val="22136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489207" y="4799483"/>
            <a:ext cx="19323" cy="19323"/>
          </a:xfrm>
          <a:prstGeom prst="ellipse">
            <a:avLst/>
          </a:prstGeom>
          <a:solidFill>
            <a:srgbClr val="F5F7FA">
              <a:alpha val="3243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203247" y="1836973"/>
            <a:ext cx="22052" cy="22052"/>
          </a:xfrm>
          <a:prstGeom prst="ellipse">
            <a:avLst/>
          </a:prstGeom>
          <a:solidFill>
            <a:srgbClr val="F5F7FA">
              <a:alpha val="42436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831975" y="5365574"/>
            <a:ext cx="15162" cy="15162"/>
          </a:xfrm>
          <a:prstGeom prst="ellipse">
            <a:avLst/>
          </a:prstGeom>
          <a:solidFill>
            <a:srgbClr val="F5F7FA">
              <a:alpha val="22771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8810601" y="5394619"/>
            <a:ext cx="21615" cy="21615"/>
          </a:xfrm>
          <a:prstGeom prst="ellipse">
            <a:avLst/>
          </a:prstGeom>
          <a:solidFill>
            <a:srgbClr val="F5F7FA">
              <a:alpha val="27016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8598835" y="1585442"/>
            <a:ext cx="19873" cy="19873"/>
          </a:xfrm>
          <a:prstGeom prst="ellipse">
            <a:avLst/>
          </a:prstGeom>
          <a:solidFill>
            <a:srgbClr val="F5F7FA">
              <a:alpha val="43936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5176087" y="203376"/>
            <a:ext cx="13390" cy="13390"/>
          </a:xfrm>
          <a:prstGeom prst="ellipse">
            <a:avLst/>
          </a:prstGeom>
          <a:solidFill>
            <a:srgbClr val="F5F7FA">
              <a:alpha val="3637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98021" y="1925755"/>
            <a:ext cx="28784" cy="28784"/>
          </a:xfrm>
          <a:prstGeom prst="ellipse">
            <a:avLst/>
          </a:prstGeom>
          <a:solidFill>
            <a:srgbClr val="F5F7FA">
              <a:alpha val="26788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5705816" y="1079912"/>
            <a:ext cx="26229" cy="26229"/>
          </a:xfrm>
          <a:prstGeom prst="ellipse">
            <a:avLst/>
          </a:prstGeom>
          <a:solidFill>
            <a:srgbClr val="F5F7FA">
              <a:alpha val="5451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6196452" y="3169179"/>
            <a:ext cx="18323" cy="18323"/>
          </a:xfrm>
          <a:prstGeom prst="ellipse">
            <a:avLst/>
          </a:prstGeom>
          <a:solidFill>
            <a:srgbClr val="F5F7FA">
              <a:alpha val="39598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970959" y="5822891"/>
            <a:ext cx="18884" cy="18884"/>
          </a:xfrm>
          <a:prstGeom prst="ellipse">
            <a:avLst/>
          </a:prstGeom>
          <a:solidFill>
            <a:srgbClr val="F5F7FA">
              <a:alpha val="43411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3891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04E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ORGANIZZAZIONE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713232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Come Ci Siamo Divisi i Compiti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7223760" y="47548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04E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@Felice Russo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223760" y="75895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minuti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106424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15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31520" y="2148840"/>
            <a:ext cx="502920" cy="502920"/>
          </a:xfrm>
          <a:prstGeom prst="ellipse">
            <a:avLst/>
          </a:prstGeom>
          <a:solidFill>
            <a:srgbClr val="F04E23"/>
          </a:solidFill>
          <a:ln/>
        </p:spPr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2221" y="2269541"/>
            <a:ext cx="261518" cy="261518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1463040" y="2121408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Assegnazione delle pagine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1463040" y="2414016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 sono state suddivise le diverse sezioni e pagine del sito tra i membri del team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731520" y="3474720"/>
            <a:ext cx="502920" cy="502920"/>
          </a:xfrm>
          <a:prstGeom prst="ellipse">
            <a:avLst/>
          </a:prstGeom>
          <a:solidFill>
            <a:srgbClr val="F04E23"/>
          </a:solidFill>
          <a:ln/>
        </p:spPr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221" y="3595421"/>
            <a:ext cx="261518" cy="261518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1463040" y="3447288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Perché questa organizzazione</a:t>
            </a:r>
            <a:endParaRPr lang="en-US" sz="1600" dirty="0"/>
          </a:p>
        </p:txBody>
      </p:sp>
      <p:sp>
        <p:nvSpPr>
          <p:cNvPr id="28" name="Text 24"/>
          <p:cNvSpPr/>
          <p:nvPr/>
        </p:nvSpPr>
        <p:spPr>
          <a:xfrm>
            <a:off x="1463040" y="3739896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criteri seguiti per distribuire il lavoro in modo efficiente e bilanciato</a:t>
            </a:r>
            <a:endParaRPr lang="en-US" sz="1250" dirty="0"/>
          </a:p>
        </p:txBody>
      </p:sp>
      <p:sp>
        <p:nvSpPr>
          <p:cNvPr id="29" name="Shape 25"/>
          <p:cNvSpPr/>
          <p:nvPr/>
        </p:nvSpPr>
        <p:spPr>
          <a:xfrm>
            <a:off x="731520" y="4800600"/>
            <a:ext cx="502920" cy="502920"/>
          </a:xfrm>
          <a:prstGeom prst="ellipse">
            <a:avLst/>
          </a:prstGeom>
          <a:solidFill>
            <a:srgbClr val="F04E23"/>
          </a:solidFill>
          <a:ln/>
        </p:spPr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221" y="4921301"/>
            <a:ext cx="261518" cy="261518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1463040" y="4773168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Responsabilità individuali</a:t>
            </a:r>
            <a:endParaRPr lang="en-US" sz="1600" dirty="0"/>
          </a:p>
        </p:txBody>
      </p:sp>
      <p:sp>
        <p:nvSpPr>
          <p:cNvPr id="32" name="Text 27"/>
          <p:cNvSpPr/>
          <p:nvPr/>
        </p:nvSpPr>
        <p:spPr>
          <a:xfrm>
            <a:off x="1463040" y="5065776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membro era responsabile dello sviluppo di una parte specifica del progetto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8790" y="298656"/>
            <a:ext cx="17018" cy="17018"/>
          </a:xfrm>
          <a:prstGeom prst="ellipse">
            <a:avLst/>
          </a:prstGeom>
          <a:solidFill>
            <a:srgbClr val="F5F7FA">
              <a:alpha val="2996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3970349" y="1209646"/>
            <a:ext cx="25385" cy="25385"/>
          </a:xfrm>
          <a:prstGeom prst="ellipse">
            <a:avLst/>
          </a:prstGeom>
          <a:solidFill>
            <a:srgbClr val="F5F7FA">
              <a:alpha val="24087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165636" y="2515747"/>
            <a:ext cx="14990" cy="14990"/>
          </a:xfrm>
          <a:prstGeom prst="ellipse">
            <a:avLst/>
          </a:prstGeom>
          <a:solidFill>
            <a:srgbClr val="F5F7FA">
              <a:alpha val="3132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448842" y="3370292"/>
            <a:ext cx="14280" cy="14280"/>
          </a:xfrm>
          <a:prstGeom prst="ellipse">
            <a:avLst/>
          </a:prstGeom>
          <a:solidFill>
            <a:srgbClr val="F5F7FA">
              <a:alpha val="23574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576798" y="5720615"/>
            <a:ext cx="23663" cy="23663"/>
          </a:xfrm>
          <a:prstGeom prst="ellipse">
            <a:avLst/>
          </a:prstGeom>
          <a:solidFill>
            <a:srgbClr val="F5F7FA">
              <a:alpha val="47948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3976203" y="4402049"/>
            <a:ext cx="19161" cy="19161"/>
          </a:xfrm>
          <a:prstGeom prst="ellipse">
            <a:avLst/>
          </a:prstGeom>
          <a:solidFill>
            <a:srgbClr val="F5F7FA">
              <a:alpha val="20613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3174921" y="2377928"/>
            <a:ext cx="16420" cy="16420"/>
          </a:xfrm>
          <a:prstGeom prst="ellipse">
            <a:avLst/>
          </a:prstGeom>
          <a:solidFill>
            <a:srgbClr val="F5F7FA">
              <a:alpha val="22373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086336" y="3119584"/>
            <a:ext cx="14017" cy="14017"/>
          </a:xfrm>
          <a:prstGeom prst="ellipse">
            <a:avLst/>
          </a:prstGeom>
          <a:solidFill>
            <a:srgbClr val="F5F7FA">
              <a:alpha val="45883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271327" y="700352"/>
            <a:ext cx="13579" cy="13579"/>
          </a:xfrm>
          <a:prstGeom prst="ellipse">
            <a:avLst/>
          </a:prstGeom>
          <a:solidFill>
            <a:srgbClr val="F5F7FA">
              <a:alpha val="34536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5286517" y="1893564"/>
            <a:ext cx="17950" cy="17950"/>
          </a:xfrm>
          <a:prstGeom prst="ellipse">
            <a:avLst/>
          </a:prstGeom>
          <a:solidFill>
            <a:srgbClr val="F5F7FA">
              <a:alpha val="38024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4435064" y="4836554"/>
            <a:ext cx="23879" cy="23879"/>
          </a:xfrm>
          <a:prstGeom prst="ellipse">
            <a:avLst/>
          </a:prstGeom>
          <a:solidFill>
            <a:srgbClr val="F5F7FA">
              <a:alpha val="29558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2178806" y="2840655"/>
            <a:ext cx="25675" cy="25675"/>
          </a:xfrm>
          <a:prstGeom prst="ellipse">
            <a:avLst/>
          </a:prstGeom>
          <a:solidFill>
            <a:srgbClr val="F5F7FA">
              <a:alpha val="49755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528038" y="6489200"/>
            <a:ext cx="13384" cy="13384"/>
          </a:xfrm>
          <a:prstGeom prst="ellipse">
            <a:avLst/>
          </a:prstGeom>
          <a:solidFill>
            <a:srgbClr val="F5F7FA">
              <a:alpha val="47194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7750778" y="1727523"/>
            <a:ext cx="14842" cy="14842"/>
          </a:xfrm>
          <a:prstGeom prst="ellipse">
            <a:avLst/>
          </a:prstGeom>
          <a:solidFill>
            <a:srgbClr val="F5F7FA">
              <a:alpha val="45641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3891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04E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METODO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713232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Come Abbiamo Lavorato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7223760" y="47548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04E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@Felice Russo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223760" y="75895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2-3 minuti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106424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15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728216" y="2994660"/>
            <a:ext cx="8705088" cy="0"/>
          </a:xfrm>
          <a:prstGeom prst="line">
            <a:avLst/>
          </a:prstGeom>
          <a:noFill/>
          <a:ln w="25400">
            <a:solidFill>
              <a:srgbClr val="1B1F2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385316" y="2651760"/>
            <a:ext cx="685800" cy="685800"/>
          </a:xfrm>
          <a:prstGeom prst="ellipse">
            <a:avLst/>
          </a:prstGeom>
          <a:solidFill>
            <a:srgbClr val="F04E23"/>
          </a:solidFill>
          <a:ln/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9908" y="2816352"/>
            <a:ext cx="356616" cy="356616"/>
          </a:xfrm>
          <a:prstGeom prst="rect">
            <a:avLst/>
          </a:prstGeom>
        </p:spPr>
      </p:pic>
      <p:sp>
        <p:nvSpPr>
          <p:cNvPr id="24" name="Shape 21"/>
          <p:cNvSpPr/>
          <p:nvPr/>
        </p:nvSpPr>
        <p:spPr>
          <a:xfrm>
            <a:off x="1869948" y="2596896"/>
            <a:ext cx="256032" cy="256032"/>
          </a:xfrm>
          <a:prstGeom prst="ellipse">
            <a:avLst/>
          </a:prstGeom>
          <a:solidFill>
            <a:srgbClr val="05070D"/>
          </a:solidFill>
          <a:ln w="12700">
            <a:solidFill>
              <a:srgbClr val="F04E23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869948" y="25968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685800" y="3483864"/>
            <a:ext cx="2084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Pianificazione iniziale</a:t>
            </a:r>
            <a:endParaRPr lang="en-US" sz="1250" dirty="0"/>
          </a:p>
        </p:txBody>
      </p:sp>
      <p:sp>
        <p:nvSpPr>
          <p:cNvPr id="27" name="Shape 24"/>
          <p:cNvSpPr/>
          <p:nvPr/>
        </p:nvSpPr>
        <p:spPr>
          <a:xfrm>
            <a:off x="3561588" y="2651760"/>
            <a:ext cx="685800" cy="685800"/>
          </a:xfrm>
          <a:prstGeom prst="ellipse">
            <a:avLst/>
          </a:prstGeom>
          <a:solidFill>
            <a:srgbClr val="F04E23"/>
          </a:solidFill>
          <a:ln/>
        </p:spPr>
      </p:sp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6180" y="2816352"/>
            <a:ext cx="356616" cy="356616"/>
          </a:xfrm>
          <a:prstGeom prst="rect">
            <a:avLst/>
          </a:prstGeom>
        </p:spPr>
      </p:pic>
      <p:sp>
        <p:nvSpPr>
          <p:cNvPr id="29" name="Shape 25"/>
          <p:cNvSpPr/>
          <p:nvPr/>
        </p:nvSpPr>
        <p:spPr>
          <a:xfrm>
            <a:off x="4046220" y="2596896"/>
            <a:ext cx="256032" cy="256032"/>
          </a:xfrm>
          <a:prstGeom prst="ellipse">
            <a:avLst/>
          </a:prstGeom>
          <a:solidFill>
            <a:srgbClr val="05070D"/>
          </a:solidFill>
          <a:ln w="12700">
            <a:solidFill>
              <a:srgbClr val="F04E23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4046220" y="25968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31" name="Text 27"/>
          <p:cNvSpPr/>
          <p:nvPr/>
        </p:nvSpPr>
        <p:spPr>
          <a:xfrm>
            <a:off x="2862072" y="3483864"/>
            <a:ext cx="2084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Lavoro individuale</a:t>
            </a:r>
            <a:endParaRPr lang="en-US" sz="1250" dirty="0"/>
          </a:p>
        </p:txBody>
      </p:sp>
      <p:sp>
        <p:nvSpPr>
          <p:cNvPr id="32" name="Shape 28"/>
          <p:cNvSpPr/>
          <p:nvPr/>
        </p:nvSpPr>
        <p:spPr>
          <a:xfrm>
            <a:off x="5737860" y="2651760"/>
            <a:ext cx="685800" cy="685800"/>
          </a:xfrm>
          <a:prstGeom prst="ellipse">
            <a:avLst/>
          </a:prstGeom>
          <a:solidFill>
            <a:srgbClr val="F04E23"/>
          </a:solidFill>
          <a:ln/>
        </p:spPr>
      </p:sp>
      <p:pic>
        <p:nvPicPr>
          <p:cNvPr id="3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2452" y="2816352"/>
            <a:ext cx="356616" cy="356616"/>
          </a:xfrm>
          <a:prstGeom prst="rect">
            <a:avLst/>
          </a:prstGeom>
        </p:spPr>
      </p:pic>
      <p:sp>
        <p:nvSpPr>
          <p:cNvPr id="34" name="Shape 29"/>
          <p:cNvSpPr/>
          <p:nvPr/>
        </p:nvSpPr>
        <p:spPr>
          <a:xfrm>
            <a:off x="6222492" y="2596896"/>
            <a:ext cx="256032" cy="256032"/>
          </a:xfrm>
          <a:prstGeom prst="ellipse">
            <a:avLst/>
          </a:prstGeom>
          <a:solidFill>
            <a:srgbClr val="05070D"/>
          </a:solidFill>
          <a:ln w="12700">
            <a:solidFill>
              <a:srgbClr val="F04E23"/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6222492" y="25968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36" name="Text 31"/>
          <p:cNvSpPr/>
          <p:nvPr/>
        </p:nvSpPr>
        <p:spPr>
          <a:xfrm>
            <a:off x="5038344" y="3483864"/>
            <a:ext cx="2084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Revisioni del codice</a:t>
            </a:r>
            <a:endParaRPr lang="en-US" sz="1250" dirty="0"/>
          </a:p>
        </p:txBody>
      </p:sp>
      <p:sp>
        <p:nvSpPr>
          <p:cNvPr id="37" name="Shape 32"/>
          <p:cNvSpPr/>
          <p:nvPr/>
        </p:nvSpPr>
        <p:spPr>
          <a:xfrm>
            <a:off x="7914132" y="2651760"/>
            <a:ext cx="685800" cy="685800"/>
          </a:xfrm>
          <a:prstGeom prst="ellipse">
            <a:avLst/>
          </a:prstGeom>
          <a:solidFill>
            <a:srgbClr val="F04E23"/>
          </a:solidFill>
          <a:ln/>
        </p:spPr>
      </p:sp>
      <p:pic>
        <p:nvPicPr>
          <p:cNvPr id="3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8724" y="2816352"/>
            <a:ext cx="356616" cy="356616"/>
          </a:xfrm>
          <a:prstGeom prst="rect">
            <a:avLst/>
          </a:prstGeom>
        </p:spPr>
      </p:pic>
      <p:sp>
        <p:nvSpPr>
          <p:cNvPr id="39" name="Shape 33"/>
          <p:cNvSpPr/>
          <p:nvPr/>
        </p:nvSpPr>
        <p:spPr>
          <a:xfrm>
            <a:off x="8398764" y="2596896"/>
            <a:ext cx="256032" cy="256032"/>
          </a:xfrm>
          <a:prstGeom prst="ellipse">
            <a:avLst/>
          </a:prstGeom>
          <a:solidFill>
            <a:srgbClr val="05070D"/>
          </a:solidFill>
          <a:ln w="12700">
            <a:solidFill>
              <a:srgbClr val="F04E23"/>
            </a:solidFill>
            <a:prstDash val="solid"/>
          </a:ln>
        </p:spPr>
      </p:sp>
      <p:sp>
        <p:nvSpPr>
          <p:cNvPr id="40" name="Text 34"/>
          <p:cNvSpPr/>
          <p:nvPr/>
        </p:nvSpPr>
        <p:spPr>
          <a:xfrm>
            <a:off x="8398764" y="25968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41" name="Text 35"/>
          <p:cNvSpPr/>
          <p:nvPr/>
        </p:nvSpPr>
        <p:spPr>
          <a:xfrm>
            <a:off x="7214616" y="3483864"/>
            <a:ext cx="2084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Integrazione finale</a:t>
            </a:r>
            <a:endParaRPr lang="en-US" sz="1250" dirty="0"/>
          </a:p>
        </p:txBody>
      </p:sp>
      <p:sp>
        <p:nvSpPr>
          <p:cNvPr id="42" name="Shape 36"/>
          <p:cNvSpPr/>
          <p:nvPr/>
        </p:nvSpPr>
        <p:spPr>
          <a:xfrm>
            <a:off x="10090404" y="2651760"/>
            <a:ext cx="685800" cy="685800"/>
          </a:xfrm>
          <a:prstGeom prst="ellipse">
            <a:avLst/>
          </a:prstGeom>
          <a:solidFill>
            <a:srgbClr val="F04E23"/>
          </a:solidFill>
          <a:ln/>
        </p:spPr>
      </p:sp>
      <p:pic>
        <p:nvPicPr>
          <p:cNvPr id="4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54996" y="2816352"/>
            <a:ext cx="356616" cy="356616"/>
          </a:xfrm>
          <a:prstGeom prst="rect">
            <a:avLst/>
          </a:prstGeom>
        </p:spPr>
      </p:pic>
      <p:sp>
        <p:nvSpPr>
          <p:cNvPr id="44" name="Shape 37"/>
          <p:cNvSpPr/>
          <p:nvPr/>
        </p:nvSpPr>
        <p:spPr>
          <a:xfrm>
            <a:off x="10575036" y="2596896"/>
            <a:ext cx="256032" cy="256032"/>
          </a:xfrm>
          <a:prstGeom prst="ellipse">
            <a:avLst/>
          </a:prstGeom>
          <a:solidFill>
            <a:srgbClr val="05070D"/>
          </a:solidFill>
          <a:ln w="12700">
            <a:solidFill>
              <a:srgbClr val="F04E23"/>
            </a:solidFill>
            <a:prstDash val="solid"/>
          </a:ln>
        </p:spPr>
      </p:sp>
      <p:sp>
        <p:nvSpPr>
          <p:cNvPr id="45" name="Text 38"/>
          <p:cNvSpPr/>
          <p:nvPr/>
        </p:nvSpPr>
        <p:spPr>
          <a:xfrm>
            <a:off x="10575036" y="25968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46" name="Text 39"/>
          <p:cNvSpPr/>
          <p:nvPr/>
        </p:nvSpPr>
        <p:spPr>
          <a:xfrm>
            <a:off x="9390888" y="3483864"/>
            <a:ext cx="2084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Comunicazione team</a:t>
            </a:r>
            <a:endParaRPr lang="en-US" sz="1250" dirty="0"/>
          </a:p>
        </p:txBody>
      </p:sp>
      <p:sp>
        <p:nvSpPr>
          <p:cNvPr id="47" name="Shape 40"/>
          <p:cNvSpPr/>
          <p:nvPr/>
        </p:nvSpPr>
        <p:spPr>
          <a:xfrm>
            <a:off x="640080" y="5029200"/>
            <a:ext cx="10881360" cy="1234440"/>
          </a:xfrm>
          <a:prstGeom prst="roundRect">
            <a:avLst>
              <a:gd name="adj" fmla="val 5926"/>
            </a:avLst>
          </a:prstGeom>
          <a:solidFill>
            <a:srgbClr val="12151F"/>
          </a:solidFill>
          <a:ln/>
        </p:spPr>
      </p:sp>
      <p:sp>
        <p:nvSpPr>
          <p:cNvPr id="48" name="Shape 41"/>
          <p:cNvSpPr/>
          <p:nvPr/>
        </p:nvSpPr>
        <p:spPr>
          <a:xfrm>
            <a:off x="914400" y="5417820"/>
            <a:ext cx="457200" cy="457200"/>
          </a:xfrm>
          <a:prstGeom prst="ellipse">
            <a:avLst/>
          </a:prstGeom>
          <a:solidFill>
            <a:srgbClr val="F04E23"/>
          </a:solidFill>
          <a:ln/>
        </p:spPr>
      </p:sp>
      <p:pic>
        <p:nvPicPr>
          <p:cNvPr id="4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4128" y="5527548"/>
            <a:ext cx="237744" cy="237744"/>
          </a:xfrm>
          <a:prstGeom prst="rect">
            <a:avLst/>
          </a:prstGeom>
        </p:spPr>
      </p:pic>
      <p:sp>
        <p:nvSpPr>
          <p:cNvPr id="50" name="Text 42"/>
          <p:cNvSpPr/>
          <p:nvPr/>
        </p:nvSpPr>
        <p:spPr>
          <a:xfrm>
            <a:off x="1600200" y="5157216"/>
            <a:ext cx="9646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flusso condiviso da tutto il team</a:t>
            </a:r>
            <a:endParaRPr lang="en-US" sz="1400" dirty="0"/>
          </a:p>
        </p:txBody>
      </p:sp>
      <p:sp>
        <p:nvSpPr>
          <p:cNvPr id="51" name="Text 43"/>
          <p:cNvSpPr/>
          <p:nvPr/>
        </p:nvSpPr>
        <p:spPr>
          <a:xfrm>
            <a:off x="1600200" y="5449824"/>
            <a:ext cx="9646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Dalla pianificazione iniziale fino all'integrazione finale, ogni fase è stata affrontata insieme, mantenendo una comunicazione costante tra i membri del team.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916258" y="6243344"/>
            <a:ext cx="22645" cy="22645"/>
          </a:xfrm>
          <a:prstGeom prst="ellipse">
            <a:avLst/>
          </a:prstGeom>
          <a:solidFill>
            <a:srgbClr val="F5F7FA">
              <a:alpha val="37124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642962" y="6850944"/>
            <a:ext cx="23375" cy="23375"/>
          </a:xfrm>
          <a:prstGeom prst="ellipse">
            <a:avLst/>
          </a:prstGeom>
          <a:solidFill>
            <a:srgbClr val="F5F7FA">
              <a:alpha val="51811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556625" y="910990"/>
            <a:ext cx="24647" cy="24647"/>
          </a:xfrm>
          <a:prstGeom prst="ellipse">
            <a:avLst/>
          </a:prstGeom>
          <a:solidFill>
            <a:srgbClr val="F5F7FA">
              <a:alpha val="24297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861365" y="6372813"/>
            <a:ext cx="15894" cy="15894"/>
          </a:xfrm>
          <a:prstGeom prst="ellipse">
            <a:avLst/>
          </a:prstGeom>
          <a:solidFill>
            <a:srgbClr val="F5F7FA">
              <a:alpha val="25013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664390" y="6641747"/>
            <a:ext cx="28004" cy="28004"/>
          </a:xfrm>
          <a:prstGeom prst="ellipse">
            <a:avLst/>
          </a:prstGeom>
          <a:solidFill>
            <a:srgbClr val="F5F7FA">
              <a:alpha val="28465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749158" y="109126"/>
            <a:ext cx="16271" cy="16271"/>
          </a:xfrm>
          <a:prstGeom prst="ellipse">
            <a:avLst/>
          </a:prstGeom>
          <a:solidFill>
            <a:srgbClr val="F5F7FA">
              <a:alpha val="3379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709561" y="6248282"/>
            <a:ext cx="17678" cy="17678"/>
          </a:xfrm>
          <a:prstGeom prst="ellipse">
            <a:avLst/>
          </a:prstGeom>
          <a:solidFill>
            <a:srgbClr val="F5F7FA">
              <a:alpha val="21975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3362071" y="844550"/>
            <a:ext cx="22879" cy="22879"/>
          </a:xfrm>
          <a:prstGeom prst="ellipse">
            <a:avLst/>
          </a:prstGeom>
          <a:solidFill>
            <a:srgbClr val="F5F7FA">
              <a:alpha val="29749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6135515" y="6673262"/>
            <a:ext cx="23744" cy="23744"/>
          </a:xfrm>
          <a:prstGeom prst="ellipse">
            <a:avLst/>
          </a:prstGeom>
          <a:solidFill>
            <a:srgbClr val="F5F7FA">
              <a:alpha val="25136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5396947" y="3583752"/>
            <a:ext cx="22510" cy="22510"/>
          </a:xfrm>
          <a:prstGeom prst="ellipse">
            <a:avLst/>
          </a:prstGeom>
          <a:solidFill>
            <a:srgbClr val="F5F7FA">
              <a:alpha val="39679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8672106" y="889353"/>
            <a:ext cx="18973" cy="18973"/>
          </a:xfrm>
          <a:prstGeom prst="ellipse">
            <a:avLst/>
          </a:prstGeom>
          <a:solidFill>
            <a:srgbClr val="F5F7FA">
              <a:alpha val="32329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0843491" y="4601398"/>
            <a:ext cx="25122" cy="25122"/>
          </a:xfrm>
          <a:prstGeom prst="ellipse">
            <a:avLst/>
          </a:prstGeom>
          <a:solidFill>
            <a:srgbClr val="F5F7FA">
              <a:alpha val="4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9051320" y="2951221"/>
            <a:ext cx="24904" cy="24904"/>
          </a:xfrm>
          <a:prstGeom prst="ellipse">
            <a:avLst/>
          </a:prstGeom>
          <a:solidFill>
            <a:srgbClr val="F5F7FA">
              <a:alpha val="5479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338902" y="4490156"/>
            <a:ext cx="27259" cy="27259"/>
          </a:xfrm>
          <a:prstGeom prst="ellipse">
            <a:avLst/>
          </a:prstGeom>
          <a:solidFill>
            <a:srgbClr val="F5F7FA">
              <a:alpha val="47872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3891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04E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GIT WORKFLOW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713232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Organizzazione del Repository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7223760" y="47548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04E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@Nicolau A. L. Benedito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223760" y="75895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4-5 minuti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106424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15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40080" y="1874520"/>
            <a:ext cx="1874520" cy="457200"/>
          </a:xfrm>
          <a:prstGeom prst="roundRect">
            <a:avLst>
              <a:gd name="adj" fmla="val 12000"/>
            </a:avLst>
          </a:prstGeom>
          <a:solidFill>
            <a:srgbClr val="12151F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187452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feature/home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697480" y="1874520"/>
            <a:ext cx="1874520" cy="457200"/>
          </a:xfrm>
          <a:prstGeom prst="roundRect">
            <a:avLst>
              <a:gd name="adj" fmla="val 12000"/>
            </a:avLst>
          </a:prstGeom>
          <a:solidFill>
            <a:srgbClr val="12151F"/>
          </a:solidFill>
          <a:ln/>
        </p:spPr>
      </p:sp>
      <p:sp>
        <p:nvSpPr>
          <p:cNvPr id="24" name="Text 22"/>
          <p:cNvSpPr/>
          <p:nvPr/>
        </p:nvSpPr>
        <p:spPr>
          <a:xfrm>
            <a:off x="2697480" y="187452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feature/shop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754880" y="1874520"/>
            <a:ext cx="1874520" cy="457200"/>
          </a:xfrm>
          <a:prstGeom prst="roundRect">
            <a:avLst>
              <a:gd name="adj" fmla="val 12000"/>
            </a:avLst>
          </a:prstGeom>
          <a:solidFill>
            <a:srgbClr val="12151F"/>
          </a:solidFill>
          <a:ln/>
        </p:spPr>
      </p:sp>
      <p:sp>
        <p:nvSpPr>
          <p:cNvPr id="26" name="Text 24"/>
          <p:cNvSpPr/>
          <p:nvPr/>
        </p:nvSpPr>
        <p:spPr>
          <a:xfrm>
            <a:off x="4754880" y="187452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feature/moon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1577340" y="2331720"/>
            <a:ext cx="1805940" cy="731520"/>
          </a:xfrm>
          <a:prstGeom prst="line">
            <a:avLst/>
          </a:prstGeom>
          <a:noFill/>
          <a:ln w="19050">
            <a:solidFill>
              <a:srgbClr val="1B1F2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383280" y="2331720"/>
            <a:ext cx="251460" cy="731520"/>
          </a:xfrm>
          <a:prstGeom prst="line">
            <a:avLst/>
          </a:prstGeom>
          <a:noFill/>
          <a:ln w="19050">
            <a:solidFill>
              <a:srgbClr val="1B1F2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383280" y="2331720"/>
            <a:ext cx="2308860" cy="731520"/>
          </a:xfrm>
          <a:prstGeom prst="line">
            <a:avLst/>
          </a:prstGeom>
          <a:noFill/>
          <a:ln w="19050">
            <a:solidFill>
              <a:srgbClr val="1B1F2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874520" y="3063240"/>
            <a:ext cx="3017520" cy="502920"/>
          </a:xfrm>
          <a:prstGeom prst="roundRect">
            <a:avLst>
              <a:gd name="adj" fmla="val 10909"/>
            </a:avLst>
          </a:prstGeom>
          <a:solidFill>
            <a:srgbClr val="12151F"/>
          </a:solidFill>
          <a:ln/>
        </p:spPr>
      </p:sp>
      <p:sp>
        <p:nvSpPr>
          <p:cNvPr id="31" name="Text 29"/>
          <p:cNvSpPr/>
          <p:nvPr/>
        </p:nvSpPr>
        <p:spPr>
          <a:xfrm>
            <a:off x="1874520" y="30632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integration/*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383280" y="3566160"/>
            <a:ext cx="0" cy="685800"/>
          </a:xfrm>
          <a:prstGeom prst="line">
            <a:avLst/>
          </a:prstGeom>
          <a:noFill/>
          <a:ln w="19050">
            <a:solidFill>
              <a:srgbClr val="1B1F2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103120" y="4251960"/>
            <a:ext cx="2560320" cy="548640"/>
          </a:xfrm>
          <a:prstGeom prst="roundRect">
            <a:avLst>
              <a:gd name="adj" fmla="val 10000"/>
            </a:avLst>
          </a:prstGeom>
          <a:solidFill>
            <a:srgbClr val="F04E23"/>
          </a:solidFill>
          <a:ln/>
        </p:spPr>
      </p:sp>
      <p:sp>
        <p:nvSpPr>
          <p:cNvPr id="34" name="Text 32"/>
          <p:cNvSpPr/>
          <p:nvPr/>
        </p:nvSpPr>
        <p:spPr>
          <a:xfrm>
            <a:off x="2103120" y="42519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2103120" y="481888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Produzione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40080" y="5166360"/>
            <a:ext cx="6126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pagina si sviluppa nel proprio feature branch, confluisce nel branch di integrazione del modulo e infine, dopo revisione, viene unita a main.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7086600" y="1828800"/>
            <a:ext cx="4434840" cy="1691640"/>
          </a:xfrm>
          <a:prstGeom prst="roundRect">
            <a:avLst>
              <a:gd name="adj" fmla="val 4324"/>
            </a:avLst>
          </a:prstGeom>
          <a:solidFill>
            <a:srgbClr val="12151F"/>
          </a:solidFill>
          <a:ln/>
        </p:spPr>
      </p:sp>
      <p:sp>
        <p:nvSpPr>
          <p:cNvPr id="38" name="Shape 36"/>
          <p:cNvSpPr/>
          <p:nvPr/>
        </p:nvSpPr>
        <p:spPr>
          <a:xfrm>
            <a:off x="7360920" y="2057400"/>
            <a:ext cx="411480" cy="411480"/>
          </a:xfrm>
          <a:prstGeom prst="ellipse">
            <a:avLst/>
          </a:prstGeom>
          <a:solidFill>
            <a:srgbClr val="F04E23"/>
          </a:solidFill>
          <a:ln/>
        </p:spPr>
      </p:sp>
      <p:pic>
        <p:nvPicPr>
          <p:cNvPr id="3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59675" y="2156155"/>
            <a:ext cx="213970" cy="213970"/>
          </a:xfrm>
          <a:prstGeom prst="rect">
            <a:avLst/>
          </a:prstGeom>
        </p:spPr>
      </p:pic>
      <p:sp>
        <p:nvSpPr>
          <p:cNvPr id="40" name="Text 37"/>
          <p:cNvSpPr/>
          <p:nvPr/>
        </p:nvSpPr>
        <p:spPr>
          <a:xfrm>
            <a:off x="8001000" y="2029968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Convenzione dei nomi</a:t>
            </a:r>
            <a:endParaRPr lang="en-US" sz="1400" dirty="0"/>
          </a:p>
        </p:txBody>
      </p:sp>
      <p:sp>
        <p:nvSpPr>
          <p:cNvPr id="41" name="Text 38"/>
          <p:cNvSpPr/>
          <p:nvPr/>
        </p:nvSpPr>
        <p:spPr>
          <a:xfrm>
            <a:off x="7360920" y="2560320"/>
            <a:ext cx="3886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04E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feature/nome-pagina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04E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integration/nome-modulo</a:t>
            </a:r>
            <a:endParaRPr lang="en-US" sz="1200" dirty="0"/>
          </a:p>
        </p:txBody>
      </p:sp>
      <p:sp>
        <p:nvSpPr>
          <p:cNvPr id="42" name="Shape 39"/>
          <p:cNvSpPr/>
          <p:nvPr/>
        </p:nvSpPr>
        <p:spPr>
          <a:xfrm>
            <a:off x="7086600" y="3794760"/>
            <a:ext cx="4434840" cy="1463040"/>
          </a:xfrm>
          <a:prstGeom prst="roundRect">
            <a:avLst>
              <a:gd name="adj" fmla="val 5000"/>
            </a:avLst>
          </a:prstGeom>
          <a:solidFill>
            <a:srgbClr val="12151F"/>
          </a:solidFill>
          <a:ln/>
        </p:spPr>
      </p:sp>
      <p:sp>
        <p:nvSpPr>
          <p:cNvPr id="43" name="Shape 40"/>
          <p:cNvSpPr/>
          <p:nvPr/>
        </p:nvSpPr>
        <p:spPr>
          <a:xfrm>
            <a:off x="7360920" y="4297680"/>
            <a:ext cx="457200" cy="457200"/>
          </a:xfrm>
          <a:prstGeom prst="ellipse">
            <a:avLst/>
          </a:prstGeom>
          <a:solidFill>
            <a:srgbClr val="F04E23"/>
          </a:solidFill>
          <a:ln/>
        </p:spPr>
      </p:sp>
      <p:pic>
        <p:nvPicPr>
          <p:cNvPr id="4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0648" y="4407408"/>
            <a:ext cx="237744" cy="237744"/>
          </a:xfrm>
          <a:prstGeom prst="rect">
            <a:avLst/>
          </a:prstGeom>
        </p:spPr>
      </p:pic>
      <p:sp>
        <p:nvSpPr>
          <p:cNvPr id="45" name="Text 41"/>
          <p:cNvSpPr/>
          <p:nvPr/>
        </p:nvSpPr>
        <p:spPr>
          <a:xfrm>
            <a:off x="8046720" y="392277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Perché questo workflow?</a:t>
            </a:r>
            <a:endParaRPr lang="en-US" sz="1400" dirty="0"/>
          </a:p>
        </p:txBody>
      </p:sp>
      <p:sp>
        <p:nvSpPr>
          <p:cNvPr id="46" name="Text 42"/>
          <p:cNvSpPr/>
          <p:nvPr/>
        </p:nvSpPr>
        <p:spPr>
          <a:xfrm>
            <a:off x="8046720" y="4215384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Separare lo sviluppo in feature branch evita conflitti, permette lavoro parallelo e mantiene la cronologia del progetto pulita.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35421" y="5330031"/>
            <a:ext cx="28272" cy="28272"/>
          </a:xfrm>
          <a:prstGeom prst="ellipse">
            <a:avLst/>
          </a:prstGeom>
          <a:solidFill>
            <a:srgbClr val="F5F7FA">
              <a:alpha val="44288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315574" y="5634243"/>
            <a:ext cx="21365" cy="21365"/>
          </a:xfrm>
          <a:prstGeom prst="ellipse">
            <a:avLst/>
          </a:prstGeom>
          <a:solidFill>
            <a:srgbClr val="F5F7FA">
              <a:alpha val="44536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55919" y="6164233"/>
            <a:ext cx="17845" cy="17845"/>
          </a:xfrm>
          <a:prstGeom prst="ellipse">
            <a:avLst/>
          </a:prstGeom>
          <a:solidFill>
            <a:srgbClr val="F5F7FA">
              <a:alpha val="52273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465584" y="2517334"/>
            <a:ext cx="17508" cy="17508"/>
          </a:xfrm>
          <a:prstGeom prst="ellipse">
            <a:avLst/>
          </a:prstGeom>
          <a:solidFill>
            <a:srgbClr val="F5F7FA">
              <a:alpha val="26451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0943677" y="704879"/>
            <a:ext cx="15884" cy="15884"/>
          </a:xfrm>
          <a:prstGeom prst="ellipse">
            <a:avLst/>
          </a:prstGeom>
          <a:solidFill>
            <a:srgbClr val="F5F7FA">
              <a:alpha val="43983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522114" y="2674203"/>
            <a:ext cx="13380" cy="13380"/>
          </a:xfrm>
          <a:prstGeom prst="ellipse">
            <a:avLst/>
          </a:prstGeom>
          <a:solidFill>
            <a:srgbClr val="F5F7FA">
              <a:alpha val="46967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0244202" y="3260637"/>
            <a:ext cx="18936" cy="18936"/>
          </a:xfrm>
          <a:prstGeom prst="ellipse">
            <a:avLst/>
          </a:prstGeom>
          <a:solidFill>
            <a:srgbClr val="F5F7FA">
              <a:alpha val="21577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37806" y="5427516"/>
            <a:ext cx="15281" cy="15281"/>
          </a:xfrm>
          <a:prstGeom prst="ellipse">
            <a:avLst/>
          </a:prstGeom>
          <a:solidFill>
            <a:srgbClr val="F5F7FA">
              <a:alpha val="48615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0999702" y="5788172"/>
            <a:ext cx="17450" cy="17450"/>
          </a:xfrm>
          <a:prstGeom prst="ellipse">
            <a:avLst/>
          </a:prstGeom>
          <a:solidFill>
            <a:srgbClr val="F5F7FA">
              <a:alpha val="50736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5507377" y="5273940"/>
            <a:ext cx="27070" cy="27070"/>
          </a:xfrm>
          <a:prstGeom prst="ellipse">
            <a:avLst/>
          </a:prstGeom>
          <a:solidFill>
            <a:srgbClr val="F5F7FA">
              <a:alpha val="41333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717454" y="3800152"/>
            <a:ext cx="14068" cy="14068"/>
          </a:xfrm>
          <a:prstGeom prst="ellipse">
            <a:avLst/>
          </a:prstGeom>
          <a:solidFill>
            <a:srgbClr val="F5F7FA">
              <a:alpha val="351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7316480" y="6362141"/>
            <a:ext cx="24568" cy="24568"/>
          </a:xfrm>
          <a:prstGeom prst="ellipse">
            <a:avLst/>
          </a:prstGeom>
          <a:solidFill>
            <a:srgbClr val="F5F7FA">
              <a:alpha val="40245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4382906" y="6271242"/>
            <a:ext cx="19964" cy="19964"/>
          </a:xfrm>
          <a:prstGeom prst="ellipse">
            <a:avLst/>
          </a:prstGeom>
          <a:solidFill>
            <a:srgbClr val="F5F7FA">
              <a:alpha val="27385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7118721" y="394788"/>
            <a:ext cx="23217" cy="23217"/>
          </a:xfrm>
          <a:prstGeom prst="ellipse">
            <a:avLst/>
          </a:prstGeom>
          <a:solidFill>
            <a:srgbClr val="F5F7FA">
              <a:alpha val="50102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3891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04E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GIT WORKFLOW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713232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Pull Request &amp; Code Review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7223760" y="47548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04E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@Nicolau A. L. Benedito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223760" y="75895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4-5 minuti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106424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15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728216" y="2628900"/>
            <a:ext cx="8705088" cy="0"/>
          </a:xfrm>
          <a:prstGeom prst="line">
            <a:avLst/>
          </a:prstGeom>
          <a:noFill/>
          <a:ln w="25400">
            <a:solidFill>
              <a:srgbClr val="1B1F2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385316" y="2286000"/>
            <a:ext cx="685800" cy="685800"/>
          </a:xfrm>
          <a:prstGeom prst="ellipse">
            <a:avLst/>
          </a:prstGeom>
          <a:solidFill>
            <a:srgbClr val="F04E23"/>
          </a:solidFill>
          <a:ln/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9908" y="2450592"/>
            <a:ext cx="356616" cy="356616"/>
          </a:xfrm>
          <a:prstGeom prst="rect">
            <a:avLst/>
          </a:prstGeom>
        </p:spPr>
      </p:pic>
      <p:sp>
        <p:nvSpPr>
          <p:cNvPr id="24" name="Shape 21"/>
          <p:cNvSpPr/>
          <p:nvPr/>
        </p:nvSpPr>
        <p:spPr>
          <a:xfrm>
            <a:off x="1869948" y="2231136"/>
            <a:ext cx="256032" cy="256032"/>
          </a:xfrm>
          <a:prstGeom prst="ellipse">
            <a:avLst/>
          </a:prstGeom>
          <a:solidFill>
            <a:srgbClr val="05070D"/>
          </a:solidFill>
          <a:ln w="12700">
            <a:solidFill>
              <a:srgbClr val="F04E23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869948" y="223113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685800" y="3118104"/>
            <a:ext cx="2084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Branch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685800" y="3447288"/>
            <a:ext cx="20848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Sviluppo isolato della singola funzionalità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3561588" y="2286000"/>
            <a:ext cx="685800" cy="685800"/>
          </a:xfrm>
          <a:prstGeom prst="ellipse">
            <a:avLst/>
          </a:prstGeom>
          <a:solidFill>
            <a:srgbClr val="F04E23"/>
          </a:solidFill>
          <a:ln/>
        </p:spPr>
      </p:sp>
      <p:pic>
        <p:nvPicPr>
          <p:cNvPr id="2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6180" y="2450592"/>
            <a:ext cx="356616" cy="356616"/>
          </a:xfrm>
          <a:prstGeom prst="rect">
            <a:avLst/>
          </a:prstGeom>
        </p:spPr>
      </p:pic>
      <p:sp>
        <p:nvSpPr>
          <p:cNvPr id="30" name="Shape 26"/>
          <p:cNvSpPr/>
          <p:nvPr/>
        </p:nvSpPr>
        <p:spPr>
          <a:xfrm>
            <a:off x="4046220" y="2231136"/>
            <a:ext cx="256032" cy="256032"/>
          </a:xfrm>
          <a:prstGeom prst="ellipse">
            <a:avLst/>
          </a:prstGeom>
          <a:solidFill>
            <a:srgbClr val="05070D"/>
          </a:solidFill>
          <a:ln w="12700">
            <a:solidFill>
              <a:srgbClr val="F04E23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4046220" y="223113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32" name="Text 28"/>
          <p:cNvSpPr/>
          <p:nvPr/>
        </p:nvSpPr>
        <p:spPr>
          <a:xfrm>
            <a:off x="2862072" y="3118104"/>
            <a:ext cx="2084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Pull Request</a:t>
            </a:r>
            <a:endParaRPr lang="en-US" sz="1250" dirty="0"/>
          </a:p>
        </p:txBody>
      </p:sp>
      <p:sp>
        <p:nvSpPr>
          <p:cNvPr id="33" name="Text 29"/>
          <p:cNvSpPr/>
          <p:nvPr/>
        </p:nvSpPr>
        <p:spPr>
          <a:xfrm>
            <a:off x="2862072" y="3447288"/>
            <a:ext cx="20848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Richiesta di merge verso l'integration branch</a:t>
            </a:r>
            <a:endParaRPr lang="en-US" sz="1000" dirty="0"/>
          </a:p>
        </p:txBody>
      </p:sp>
      <p:sp>
        <p:nvSpPr>
          <p:cNvPr id="34" name="Shape 30"/>
          <p:cNvSpPr/>
          <p:nvPr/>
        </p:nvSpPr>
        <p:spPr>
          <a:xfrm>
            <a:off x="5737860" y="2286000"/>
            <a:ext cx="685800" cy="685800"/>
          </a:xfrm>
          <a:prstGeom prst="ellipse">
            <a:avLst/>
          </a:prstGeom>
          <a:solidFill>
            <a:srgbClr val="F04E23"/>
          </a:solidFill>
          <a:ln/>
        </p:spPr>
      </p:sp>
      <p:pic>
        <p:nvPicPr>
          <p:cNvPr id="3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2452" y="2450592"/>
            <a:ext cx="356616" cy="356616"/>
          </a:xfrm>
          <a:prstGeom prst="rect">
            <a:avLst/>
          </a:prstGeom>
        </p:spPr>
      </p:pic>
      <p:sp>
        <p:nvSpPr>
          <p:cNvPr id="36" name="Shape 31"/>
          <p:cNvSpPr/>
          <p:nvPr/>
        </p:nvSpPr>
        <p:spPr>
          <a:xfrm>
            <a:off x="6222492" y="2231136"/>
            <a:ext cx="256032" cy="256032"/>
          </a:xfrm>
          <a:prstGeom prst="ellipse">
            <a:avLst/>
          </a:prstGeom>
          <a:solidFill>
            <a:srgbClr val="05070D"/>
          </a:solidFill>
          <a:ln w="12700">
            <a:solidFill>
              <a:srgbClr val="F04E23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6222492" y="223113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38" name="Text 33"/>
          <p:cNvSpPr/>
          <p:nvPr/>
        </p:nvSpPr>
        <p:spPr>
          <a:xfrm>
            <a:off x="5038344" y="3118104"/>
            <a:ext cx="2084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Review</a:t>
            </a:r>
            <a:endParaRPr lang="en-US" sz="1250" dirty="0"/>
          </a:p>
        </p:txBody>
      </p:sp>
      <p:sp>
        <p:nvSpPr>
          <p:cNvPr id="39" name="Text 34"/>
          <p:cNvSpPr/>
          <p:nvPr/>
        </p:nvSpPr>
        <p:spPr>
          <a:xfrm>
            <a:off x="5038344" y="3447288"/>
            <a:ext cx="20848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Controllo incrociato del codice dal team</a:t>
            </a:r>
            <a:endParaRPr lang="en-US" sz="1000" dirty="0"/>
          </a:p>
        </p:txBody>
      </p:sp>
      <p:sp>
        <p:nvSpPr>
          <p:cNvPr id="40" name="Shape 35"/>
          <p:cNvSpPr/>
          <p:nvPr/>
        </p:nvSpPr>
        <p:spPr>
          <a:xfrm>
            <a:off x="7914132" y="2286000"/>
            <a:ext cx="685800" cy="685800"/>
          </a:xfrm>
          <a:prstGeom prst="ellipse">
            <a:avLst/>
          </a:prstGeom>
          <a:solidFill>
            <a:srgbClr val="F04E23"/>
          </a:solidFill>
          <a:ln/>
        </p:spPr>
      </p:sp>
      <p:pic>
        <p:nvPicPr>
          <p:cNvPr id="4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8724" y="2450592"/>
            <a:ext cx="356616" cy="356616"/>
          </a:xfrm>
          <a:prstGeom prst="rect">
            <a:avLst/>
          </a:prstGeom>
        </p:spPr>
      </p:pic>
      <p:sp>
        <p:nvSpPr>
          <p:cNvPr id="42" name="Shape 36"/>
          <p:cNvSpPr/>
          <p:nvPr/>
        </p:nvSpPr>
        <p:spPr>
          <a:xfrm>
            <a:off x="8398764" y="2231136"/>
            <a:ext cx="256032" cy="256032"/>
          </a:xfrm>
          <a:prstGeom prst="ellipse">
            <a:avLst/>
          </a:prstGeom>
          <a:solidFill>
            <a:srgbClr val="05070D"/>
          </a:solidFill>
          <a:ln w="12700">
            <a:solidFill>
              <a:srgbClr val="F04E23"/>
            </a:solidFill>
            <a:prstDash val="solid"/>
          </a:ln>
        </p:spPr>
      </p:sp>
      <p:sp>
        <p:nvSpPr>
          <p:cNvPr id="43" name="Text 37"/>
          <p:cNvSpPr/>
          <p:nvPr/>
        </p:nvSpPr>
        <p:spPr>
          <a:xfrm>
            <a:off x="8398764" y="223113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44" name="Text 38"/>
          <p:cNvSpPr/>
          <p:nvPr/>
        </p:nvSpPr>
        <p:spPr>
          <a:xfrm>
            <a:off x="7214616" y="3118104"/>
            <a:ext cx="2084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Merge Integration</a:t>
            </a:r>
            <a:endParaRPr lang="en-US" sz="1250" dirty="0"/>
          </a:p>
        </p:txBody>
      </p:sp>
      <p:sp>
        <p:nvSpPr>
          <p:cNvPr id="45" name="Text 39"/>
          <p:cNvSpPr/>
          <p:nvPr/>
        </p:nvSpPr>
        <p:spPr>
          <a:xfrm>
            <a:off x="7214616" y="3447288"/>
            <a:ext cx="20848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Unione della feature nel branch di modulo</a:t>
            </a:r>
            <a:endParaRPr lang="en-US" sz="1000" dirty="0"/>
          </a:p>
        </p:txBody>
      </p:sp>
      <p:sp>
        <p:nvSpPr>
          <p:cNvPr id="46" name="Shape 40"/>
          <p:cNvSpPr/>
          <p:nvPr/>
        </p:nvSpPr>
        <p:spPr>
          <a:xfrm>
            <a:off x="10090404" y="2286000"/>
            <a:ext cx="685800" cy="685800"/>
          </a:xfrm>
          <a:prstGeom prst="ellipse">
            <a:avLst/>
          </a:prstGeom>
          <a:solidFill>
            <a:srgbClr val="F04E23"/>
          </a:solidFill>
          <a:ln/>
        </p:spPr>
      </p:sp>
      <p:pic>
        <p:nvPicPr>
          <p:cNvPr id="4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54996" y="2450592"/>
            <a:ext cx="356616" cy="356616"/>
          </a:xfrm>
          <a:prstGeom prst="rect">
            <a:avLst/>
          </a:prstGeom>
        </p:spPr>
      </p:pic>
      <p:sp>
        <p:nvSpPr>
          <p:cNvPr id="48" name="Shape 41"/>
          <p:cNvSpPr/>
          <p:nvPr/>
        </p:nvSpPr>
        <p:spPr>
          <a:xfrm>
            <a:off x="10575036" y="2231136"/>
            <a:ext cx="256032" cy="256032"/>
          </a:xfrm>
          <a:prstGeom prst="ellipse">
            <a:avLst/>
          </a:prstGeom>
          <a:solidFill>
            <a:srgbClr val="05070D"/>
          </a:solidFill>
          <a:ln w="12700">
            <a:solidFill>
              <a:srgbClr val="F04E23"/>
            </a:solidFill>
            <a:prstDash val="solid"/>
          </a:ln>
        </p:spPr>
      </p:sp>
      <p:sp>
        <p:nvSpPr>
          <p:cNvPr id="49" name="Text 42"/>
          <p:cNvSpPr/>
          <p:nvPr/>
        </p:nvSpPr>
        <p:spPr>
          <a:xfrm>
            <a:off x="10575036" y="223113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50" name="Text 43"/>
          <p:cNvSpPr/>
          <p:nvPr/>
        </p:nvSpPr>
        <p:spPr>
          <a:xfrm>
            <a:off x="9390888" y="3118104"/>
            <a:ext cx="2084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Merge in Main</a:t>
            </a:r>
            <a:endParaRPr lang="en-US" sz="1250" dirty="0"/>
          </a:p>
        </p:txBody>
      </p:sp>
      <p:sp>
        <p:nvSpPr>
          <p:cNvPr id="51" name="Text 44"/>
          <p:cNvSpPr/>
          <p:nvPr/>
        </p:nvSpPr>
        <p:spPr>
          <a:xfrm>
            <a:off x="9390888" y="3447288"/>
            <a:ext cx="20848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Rilascio finale nel branch di produzione</a:t>
            </a:r>
            <a:endParaRPr lang="en-US" sz="1000" dirty="0"/>
          </a:p>
        </p:txBody>
      </p:sp>
      <p:sp>
        <p:nvSpPr>
          <p:cNvPr id="52" name="Shape 45"/>
          <p:cNvSpPr/>
          <p:nvPr/>
        </p:nvSpPr>
        <p:spPr>
          <a:xfrm>
            <a:off x="640080" y="525780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12151F"/>
          </a:solidFill>
          <a:ln/>
        </p:spPr>
      </p:sp>
      <p:sp>
        <p:nvSpPr>
          <p:cNvPr id="53" name="Shape 46"/>
          <p:cNvSpPr/>
          <p:nvPr/>
        </p:nvSpPr>
        <p:spPr>
          <a:xfrm>
            <a:off x="914400" y="5554980"/>
            <a:ext cx="457200" cy="457200"/>
          </a:xfrm>
          <a:prstGeom prst="ellipse">
            <a:avLst/>
          </a:prstGeom>
          <a:solidFill>
            <a:srgbClr val="F04E23"/>
          </a:solidFill>
          <a:ln/>
        </p:spPr>
      </p:sp>
      <p:pic>
        <p:nvPicPr>
          <p:cNvPr id="5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4128" y="5664708"/>
            <a:ext cx="237744" cy="237744"/>
          </a:xfrm>
          <a:prstGeom prst="rect">
            <a:avLst/>
          </a:prstGeom>
        </p:spPr>
      </p:pic>
      <p:sp>
        <p:nvSpPr>
          <p:cNvPr id="55" name="Text 47"/>
          <p:cNvSpPr/>
          <p:nvPr/>
        </p:nvSpPr>
        <p:spPr>
          <a:xfrm>
            <a:off x="1600200" y="5385816"/>
            <a:ext cx="9646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Perché evita conflitti</a:t>
            </a:r>
            <a:endParaRPr lang="en-US" sz="1400" dirty="0"/>
          </a:p>
        </p:txBody>
      </p:sp>
      <p:sp>
        <p:nvSpPr>
          <p:cNvPr id="56" name="Text 48"/>
          <p:cNvSpPr/>
          <p:nvPr/>
        </p:nvSpPr>
        <p:spPr>
          <a:xfrm>
            <a:off x="1600200" y="5678424"/>
            <a:ext cx="9646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modifica passa da revisione prima di essere unita, riducendo errori e mantenendo il lavoro del team sincronizzato.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62890" y="4416719"/>
            <a:ext cx="17440" cy="17440"/>
          </a:xfrm>
          <a:prstGeom prst="ellipse">
            <a:avLst/>
          </a:prstGeom>
          <a:solidFill>
            <a:srgbClr val="F5F7FA">
              <a:alpha val="51451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2796491" y="4417542"/>
            <a:ext cx="19355" cy="19355"/>
          </a:xfrm>
          <a:prstGeom prst="ellipse">
            <a:avLst/>
          </a:prstGeom>
          <a:solidFill>
            <a:srgbClr val="F5F7FA">
              <a:alpha val="3726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146908" y="4559476"/>
            <a:ext cx="27502" cy="27502"/>
          </a:xfrm>
          <a:prstGeom prst="ellipse">
            <a:avLst/>
          </a:prstGeom>
          <a:solidFill>
            <a:srgbClr val="F5F7FA">
              <a:alpha val="4525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878107" y="5519855"/>
            <a:ext cx="19122" cy="19122"/>
          </a:xfrm>
          <a:prstGeom prst="ellipse">
            <a:avLst/>
          </a:prstGeom>
          <a:solidFill>
            <a:srgbClr val="F5F7FA">
              <a:alpha val="27889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8031269" y="1626012"/>
            <a:ext cx="20225" cy="20225"/>
          </a:xfrm>
          <a:prstGeom prst="ellipse">
            <a:avLst/>
          </a:prstGeom>
          <a:solidFill>
            <a:srgbClr val="F5F7FA">
              <a:alpha val="245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3103374" y="5239279"/>
            <a:ext cx="26949" cy="26949"/>
          </a:xfrm>
          <a:prstGeom prst="ellipse">
            <a:avLst/>
          </a:prstGeom>
          <a:solidFill>
            <a:srgbClr val="F5F7FA">
              <a:alpha val="25144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587147" y="272991"/>
            <a:ext cx="20195" cy="20195"/>
          </a:xfrm>
          <a:prstGeom prst="ellipse">
            <a:avLst/>
          </a:prstGeom>
          <a:solidFill>
            <a:srgbClr val="F5F7FA">
              <a:alpha val="21179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0105237" y="3152481"/>
            <a:ext cx="24142" cy="24142"/>
          </a:xfrm>
          <a:prstGeom prst="ellipse">
            <a:avLst/>
          </a:prstGeom>
          <a:solidFill>
            <a:srgbClr val="F5F7FA">
              <a:alpha val="32482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3672194" y="4903082"/>
            <a:ext cx="27615" cy="27615"/>
          </a:xfrm>
          <a:prstGeom prst="ellipse">
            <a:avLst/>
          </a:prstGeom>
          <a:solidFill>
            <a:srgbClr val="F5F7FA">
              <a:alpha val="41335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5617806" y="106127"/>
            <a:ext cx="15171" cy="15171"/>
          </a:xfrm>
          <a:prstGeom prst="ellipse">
            <a:avLst/>
          </a:prstGeom>
          <a:solidFill>
            <a:srgbClr val="F5F7FA">
              <a:alpha val="42988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4954496" y="6710950"/>
            <a:ext cx="25621" cy="25621"/>
          </a:xfrm>
          <a:prstGeom prst="ellipse">
            <a:avLst/>
          </a:prstGeom>
          <a:solidFill>
            <a:srgbClr val="F5F7FA">
              <a:alpha val="3787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3789470" y="1264885"/>
            <a:ext cx="24015" cy="24015"/>
          </a:xfrm>
          <a:prstGeom prst="ellipse">
            <a:avLst/>
          </a:prstGeom>
          <a:solidFill>
            <a:srgbClr val="F5F7FA">
              <a:alpha val="3549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1906188" y="2733263"/>
            <a:ext cx="15025" cy="15025"/>
          </a:xfrm>
          <a:prstGeom prst="ellipse">
            <a:avLst/>
          </a:prstGeom>
          <a:solidFill>
            <a:srgbClr val="F5F7FA">
              <a:alpha val="34981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706844" y="3157420"/>
            <a:ext cx="19176" cy="19176"/>
          </a:xfrm>
          <a:prstGeom prst="ellipse">
            <a:avLst/>
          </a:prstGeom>
          <a:solidFill>
            <a:srgbClr val="F5F7FA">
              <a:alpha val="52333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3891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04E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STACK TECNOLOGICO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713232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Tecnologie Utilizzate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7223760" y="47548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04E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@Fidel Vicente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223760" y="75895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minuti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106424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15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40080" y="1965960"/>
            <a:ext cx="2514600" cy="1234440"/>
          </a:xfrm>
          <a:prstGeom prst="roundRect">
            <a:avLst>
              <a:gd name="adj" fmla="val 5185"/>
            </a:avLst>
          </a:prstGeom>
          <a:solidFill>
            <a:srgbClr val="12151F"/>
          </a:solidFill>
          <a:ln/>
        </p:spPr>
      </p:sp>
      <p:sp>
        <p:nvSpPr>
          <p:cNvPr id="22" name="Shape 20"/>
          <p:cNvSpPr/>
          <p:nvPr/>
        </p:nvSpPr>
        <p:spPr>
          <a:xfrm>
            <a:off x="1645920" y="2130552"/>
            <a:ext cx="502920" cy="502920"/>
          </a:xfrm>
          <a:prstGeom prst="ellipse">
            <a:avLst/>
          </a:prstGeom>
          <a:solidFill>
            <a:srgbClr val="F04E23"/>
          </a:solidFill>
          <a:ln/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66621" y="2251253"/>
            <a:ext cx="261518" cy="261518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731520" y="27432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HTML5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3355848" y="1965960"/>
            <a:ext cx="2514600" cy="1234440"/>
          </a:xfrm>
          <a:prstGeom prst="roundRect">
            <a:avLst>
              <a:gd name="adj" fmla="val 5185"/>
            </a:avLst>
          </a:prstGeom>
          <a:solidFill>
            <a:srgbClr val="12151F"/>
          </a:solidFill>
          <a:ln/>
        </p:spPr>
      </p:sp>
      <p:sp>
        <p:nvSpPr>
          <p:cNvPr id="26" name="Shape 23"/>
          <p:cNvSpPr/>
          <p:nvPr/>
        </p:nvSpPr>
        <p:spPr>
          <a:xfrm>
            <a:off x="4361688" y="2130552"/>
            <a:ext cx="502920" cy="502920"/>
          </a:xfrm>
          <a:prstGeom prst="ellipse">
            <a:avLst/>
          </a:prstGeom>
          <a:solidFill>
            <a:srgbClr val="F04E23"/>
          </a:solidFill>
          <a:ln/>
        </p:spPr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2389" y="2251253"/>
            <a:ext cx="261518" cy="261518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3447288" y="27432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CSS3</a:t>
            </a:r>
            <a:endParaRPr lang="en-US" sz="1250" dirty="0"/>
          </a:p>
        </p:txBody>
      </p:sp>
      <p:sp>
        <p:nvSpPr>
          <p:cNvPr id="29" name="Shape 25"/>
          <p:cNvSpPr/>
          <p:nvPr/>
        </p:nvSpPr>
        <p:spPr>
          <a:xfrm>
            <a:off x="6071616" y="1965960"/>
            <a:ext cx="2514600" cy="1234440"/>
          </a:xfrm>
          <a:prstGeom prst="roundRect">
            <a:avLst>
              <a:gd name="adj" fmla="val 5185"/>
            </a:avLst>
          </a:prstGeom>
          <a:solidFill>
            <a:srgbClr val="12151F"/>
          </a:solidFill>
          <a:ln/>
        </p:spPr>
      </p:sp>
      <p:sp>
        <p:nvSpPr>
          <p:cNvPr id="30" name="Shape 26"/>
          <p:cNvSpPr/>
          <p:nvPr/>
        </p:nvSpPr>
        <p:spPr>
          <a:xfrm>
            <a:off x="7077456" y="2130552"/>
            <a:ext cx="502920" cy="502920"/>
          </a:xfrm>
          <a:prstGeom prst="ellipse">
            <a:avLst/>
          </a:prstGeom>
          <a:solidFill>
            <a:srgbClr val="F04E23"/>
          </a:solidFill>
          <a:ln/>
        </p:spPr>
      </p:sp>
      <p:pic>
        <p:nvPicPr>
          <p:cNvPr id="3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8157" y="2251253"/>
            <a:ext cx="261518" cy="261518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6163056" y="27432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JavaScript</a:t>
            </a:r>
            <a:endParaRPr lang="en-US" sz="1250" dirty="0"/>
          </a:p>
        </p:txBody>
      </p:sp>
      <p:sp>
        <p:nvSpPr>
          <p:cNvPr id="33" name="Shape 28"/>
          <p:cNvSpPr/>
          <p:nvPr/>
        </p:nvSpPr>
        <p:spPr>
          <a:xfrm>
            <a:off x="8787384" y="1965960"/>
            <a:ext cx="2514600" cy="1234440"/>
          </a:xfrm>
          <a:prstGeom prst="roundRect">
            <a:avLst>
              <a:gd name="adj" fmla="val 5185"/>
            </a:avLst>
          </a:prstGeom>
          <a:solidFill>
            <a:srgbClr val="12151F"/>
          </a:solidFill>
          <a:ln/>
        </p:spPr>
      </p:sp>
      <p:sp>
        <p:nvSpPr>
          <p:cNvPr id="34" name="Shape 29"/>
          <p:cNvSpPr/>
          <p:nvPr/>
        </p:nvSpPr>
        <p:spPr>
          <a:xfrm>
            <a:off x="9793224" y="2130552"/>
            <a:ext cx="502920" cy="502920"/>
          </a:xfrm>
          <a:prstGeom prst="ellipse">
            <a:avLst/>
          </a:prstGeom>
          <a:solidFill>
            <a:srgbClr val="F04E23"/>
          </a:solidFill>
          <a:ln/>
        </p:spPr>
      </p:sp>
      <p:pic>
        <p:nvPicPr>
          <p:cNvPr id="3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13925" y="2251253"/>
            <a:ext cx="261518" cy="261518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8878824" y="27432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TypeScript</a:t>
            </a:r>
            <a:endParaRPr lang="en-US" sz="1250" dirty="0"/>
          </a:p>
        </p:txBody>
      </p:sp>
      <p:sp>
        <p:nvSpPr>
          <p:cNvPr id="37" name="Shape 31"/>
          <p:cNvSpPr/>
          <p:nvPr/>
        </p:nvSpPr>
        <p:spPr>
          <a:xfrm>
            <a:off x="640080" y="3401568"/>
            <a:ext cx="2514600" cy="1234440"/>
          </a:xfrm>
          <a:prstGeom prst="roundRect">
            <a:avLst>
              <a:gd name="adj" fmla="val 5185"/>
            </a:avLst>
          </a:prstGeom>
          <a:solidFill>
            <a:srgbClr val="12151F"/>
          </a:solidFill>
          <a:ln/>
        </p:spPr>
      </p:sp>
      <p:sp>
        <p:nvSpPr>
          <p:cNvPr id="38" name="Shape 32"/>
          <p:cNvSpPr/>
          <p:nvPr/>
        </p:nvSpPr>
        <p:spPr>
          <a:xfrm>
            <a:off x="1645920" y="3566160"/>
            <a:ext cx="502920" cy="502920"/>
          </a:xfrm>
          <a:prstGeom prst="ellipse">
            <a:avLst/>
          </a:prstGeom>
          <a:solidFill>
            <a:srgbClr val="F04E23"/>
          </a:solidFill>
          <a:ln/>
        </p:spPr>
      </p:sp>
      <p:pic>
        <p:nvPicPr>
          <p:cNvPr id="3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66621" y="3686861"/>
            <a:ext cx="261518" cy="261518"/>
          </a:xfrm>
          <a:prstGeom prst="rect">
            <a:avLst/>
          </a:prstGeom>
        </p:spPr>
      </p:pic>
      <p:sp>
        <p:nvSpPr>
          <p:cNvPr id="40" name="Text 33"/>
          <p:cNvSpPr/>
          <p:nvPr/>
        </p:nvSpPr>
        <p:spPr>
          <a:xfrm>
            <a:off x="731520" y="417880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</a:t>
            </a:r>
            <a:endParaRPr lang="en-US" sz="1250" dirty="0"/>
          </a:p>
        </p:txBody>
      </p:sp>
      <p:sp>
        <p:nvSpPr>
          <p:cNvPr id="41" name="Shape 34"/>
          <p:cNvSpPr/>
          <p:nvPr/>
        </p:nvSpPr>
        <p:spPr>
          <a:xfrm>
            <a:off x="3355848" y="3401568"/>
            <a:ext cx="2514600" cy="1234440"/>
          </a:xfrm>
          <a:prstGeom prst="roundRect">
            <a:avLst>
              <a:gd name="adj" fmla="val 5185"/>
            </a:avLst>
          </a:prstGeom>
          <a:solidFill>
            <a:srgbClr val="12151F"/>
          </a:solidFill>
          <a:ln/>
        </p:spPr>
      </p:sp>
      <p:sp>
        <p:nvSpPr>
          <p:cNvPr id="42" name="Shape 35"/>
          <p:cNvSpPr/>
          <p:nvPr/>
        </p:nvSpPr>
        <p:spPr>
          <a:xfrm>
            <a:off x="4361688" y="3566160"/>
            <a:ext cx="502920" cy="502920"/>
          </a:xfrm>
          <a:prstGeom prst="ellipse">
            <a:avLst/>
          </a:prstGeom>
          <a:solidFill>
            <a:srgbClr val="F04E23"/>
          </a:solidFill>
          <a:ln/>
        </p:spPr>
      </p:sp>
      <p:pic>
        <p:nvPicPr>
          <p:cNvPr id="4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82389" y="3686861"/>
            <a:ext cx="261518" cy="261518"/>
          </a:xfrm>
          <a:prstGeom prst="rect">
            <a:avLst/>
          </a:prstGeom>
        </p:spPr>
      </p:pic>
      <p:sp>
        <p:nvSpPr>
          <p:cNvPr id="44" name="Text 36"/>
          <p:cNvSpPr/>
          <p:nvPr/>
        </p:nvSpPr>
        <p:spPr>
          <a:xfrm>
            <a:off x="3447288" y="417880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</a:t>
            </a:r>
            <a:endParaRPr lang="en-US" sz="1250" dirty="0"/>
          </a:p>
        </p:txBody>
      </p:sp>
      <p:sp>
        <p:nvSpPr>
          <p:cNvPr id="45" name="Shape 37"/>
          <p:cNvSpPr/>
          <p:nvPr/>
        </p:nvSpPr>
        <p:spPr>
          <a:xfrm>
            <a:off x="6071616" y="3401568"/>
            <a:ext cx="2514600" cy="1234440"/>
          </a:xfrm>
          <a:prstGeom prst="roundRect">
            <a:avLst>
              <a:gd name="adj" fmla="val 5185"/>
            </a:avLst>
          </a:prstGeom>
          <a:solidFill>
            <a:srgbClr val="12151F"/>
          </a:solidFill>
          <a:ln/>
        </p:spPr>
      </p:sp>
      <p:sp>
        <p:nvSpPr>
          <p:cNvPr id="46" name="Shape 38"/>
          <p:cNvSpPr/>
          <p:nvPr/>
        </p:nvSpPr>
        <p:spPr>
          <a:xfrm>
            <a:off x="7077456" y="3566160"/>
            <a:ext cx="502920" cy="502920"/>
          </a:xfrm>
          <a:prstGeom prst="ellipse">
            <a:avLst/>
          </a:prstGeom>
          <a:solidFill>
            <a:srgbClr val="F04E23"/>
          </a:solidFill>
          <a:ln/>
        </p:spPr>
      </p:sp>
      <p:pic>
        <p:nvPicPr>
          <p:cNvPr id="4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98157" y="3686861"/>
            <a:ext cx="261518" cy="261518"/>
          </a:xfrm>
          <a:prstGeom prst="rect">
            <a:avLst/>
          </a:prstGeom>
        </p:spPr>
      </p:pic>
      <p:sp>
        <p:nvSpPr>
          <p:cNvPr id="48" name="Text 39"/>
          <p:cNvSpPr/>
          <p:nvPr/>
        </p:nvSpPr>
        <p:spPr>
          <a:xfrm>
            <a:off x="6163056" y="417880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</a:t>
            </a:r>
            <a:endParaRPr lang="en-US" sz="1250" dirty="0"/>
          </a:p>
        </p:txBody>
      </p:sp>
      <p:sp>
        <p:nvSpPr>
          <p:cNvPr id="49" name="Shape 40"/>
          <p:cNvSpPr/>
          <p:nvPr/>
        </p:nvSpPr>
        <p:spPr>
          <a:xfrm>
            <a:off x="8787384" y="3401568"/>
            <a:ext cx="2514600" cy="1234440"/>
          </a:xfrm>
          <a:prstGeom prst="roundRect">
            <a:avLst>
              <a:gd name="adj" fmla="val 5185"/>
            </a:avLst>
          </a:prstGeom>
          <a:solidFill>
            <a:srgbClr val="12151F"/>
          </a:solidFill>
          <a:ln/>
        </p:spPr>
      </p:sp>
      <p:sp>
        <p:nvSpPr>
          <p:cNvPr id="50" name="Shape 41"/>
          <p:cNvSpPr/>
          <p:nvPr/>
        </p:nvSpPr>
        <p:spPr>
          <a:xfrm>
            <a:off x="9793224" y="3566160"/>
            <a:ext cx="502920" cy="502920"/>
          </a:xfrm>
          <a:prstGeom prst="ellipse">
            <a:avLst/>
          </a:prstGeom>
          <a:solidFill>
            <a:srgbClr val="F04E23"/>
          </a:solidFill>
          <a:ln/>
        </p:spPr>
      </p:sp>
      <p:pic>
        <p:nvPicPr>
          <p:cNvPr id="5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13925" y="3686861"/>
            <a:ext cx="261518" cy="261518"/>
          </a:xfrm>
          <a:prstGeom prst="rect">
            <a:avLst/>
          </a:prstGeom>
        </p:spPr>
      </p:pic>
      <p:sp>
        <p:nvSpPr>
          <p:cNvPr id="52" name="Text 42"/>
          <p:cNvSpPr/>
          <p:nvPr/>
        </p:nvSpPr>
        <p:spPr>
          <a:xfrm>
            <a:off x="8878824" y="417880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Responsive Design</a:t>
            </a:r>
            <a:endParaRPr lang="en-US" sz="1250" dirty="0"/>
          </a:p>
        </p:txBody>
      </p:sp>
      <p:sp>
        <p:nvSpPr>
          <p:cNvPr id="53" name="Shape 43"/>
          <p:cNvSpPr/>
          <p:nvPr/>
        </p:nvSpPr>
        <p:spPr>
          <a:xfrm>
            <a:off x="640080" y="4837176"/>
            <a:ext cx="2514600" cy="1234440"/>
          </a:xfrm>
          <a:prstGeom prst="roundRect">
            <a:avLst>
              <a:gd name="adj" fmla="val 5185"/>
            </a:avLst>
          </a:prstGeom>
          <a:solidFill>
            <a:srgbClr val="12151F"/>
          </a:solidFill>
          <a:ln/>
        </p:spPr>
      </p:sp>
      <p:sp>
        <p:nvSpPr>
          <p:cNvPr id="54" name="Shape 44"/>
          <p:cNvSpPr/>
          <p:nvPr/>
        </p:nvSpPr>
        <p:spPr>
          <a:xfrm>
            <a:off x="1645920" y="5001768"/>
            <a:ext cx="502920" cy="502920"/>
          </a:xfrm>
          <a:prstGeom prst="ellipse">
            <a:avLst/>
          </a:prstGeom>
          <a:solidFill>
            <a:srgbClr val="F04E23"/>
          </a:solidFill>
          <a:ln/>
        </p:spPr>
      </p:sp>
      <p:pic>
        <p:nvPicPr>
          <p:cNvPr id="5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66621" y="5122469"/>
            <a:ext cx="261518" cy="261518"/>
          </a:xfrm>
          <a:prstGeom prst="rect">
            <a:avLst/>
          </a:prstGeom>
        </p:spPr>
      </p:pic>
      <p:sp>
        <p:nvSpPr>
          <p:cNvPr id="56" name="Text 45"/>
          <p:cNvSpPr/>
          <p:nvPr/>
        </p:nvSpPr>
        <p:spPr>
          <a:xfrm>
            <a:off x="731520" y="5614416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First</a:t>
            </a:r>
            <a:endParaRPr lang="en-US" sz="1250" dirty="0"/>
          </a:p>
        </p:txBody>
      </p:sp>
      <p:sp>
        <p:nvSpPr>
          <p:cNvPr id="57" name="Shape 46"/>
          <p:cNvSpPr/>
          <p:nvPr/>
        </p:nvSpPr>
        <p:spPr>
          <a:xfrm>
            <a:off x="3355848" y="4837176"/>
            <a:ext cx="2514600" cy="1234440"/>
          </a:xfrm>
          <a:prstGeom prst="roundRect">
            <a:avLst>
              <a:gd name="adj" fmla="val 5185"/>
            </a:avLst>
          </a:prstGeom>
          <a:solidFill>
            <a:srgbClr val="12151F"/>
          </a:solidFill>
          <a:ln/>
        </p:spPr>
      </p:sp>
      <p:sp>
        <p:nvSpPr>
          <p:cNvPr id="58" name="Shape 47"/>
          <p:cNvSpPr/>
          <p:nvPr/>
        </p:nvSpPr>
        <p:spPr>
          <a:xfrm>
            <a:off x="4361688" y="5001768"/>
            <a:ext cx="502920" cy="502920"/>
          </a:xfrm>
          <a:prstGeom prst="ellipse">
            <a:avLst/>
          </a:prstGeom>
          <a:solidFill>
            <a:srgbClr val="F04E23"/>
          </a:solidFill>
          <a:ln/>
        </p:spPr>
      </p:sp>
      <p:pic>
        <p:nvPicPr>
          <p:cNvPr id="5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82389" y="5122469"/>
            <a:ext cx="261518" cy="261518"/>
          </a:xfrm>
          <a:prstGeom prst="rect">
            <a:avLst/>
          </a:prstGeom>
        </p:spPr>
      </p:pic>
      <p:sp>
        <p:nvSpPr>
          <p:cNvPr id="60" name="Text 48"/>
          <p:cNvSpPr/>
          <p:nvPr/>
        </p:nvSpPr>
        <p:spPr>
          <a:xfrm>
            <a:off x="3447288" y="5614416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BEM Naming</a:t>
            </a:r>
            <a:endParaRPr lang="en-US" sz="1250" dirty="0"/>
          </a:p>
        </p:txBody>
      </p:sp>
      <p:sp>
        <p:nvSpPr>
          <p:cNvPr id="61" name="Shape 49"/>
          <p:cNvSpPr/>
          <p:nvPr/>
        </p:nvSpPr>
        <p:spPr>
          <a:xfrm>
            <a:off x="6071616" y="4837176"/>
            <a:ext cx="2514600" cy="1234440"/>
          </a:xfrm>
          <a:prstGeom prst="roundRect">
            <a:avLst>
              <a:gd name="adj" fmla="val 5185"/>
            </a:avLst>
          </a:prstGeom>
          <a:solidFill>
            <a:srgbClr val="12151F"/>
          </a:solidFill>
          <a:ln/>
        </p:spPr>
      </p:sp>
      <p:sp>
        <p:nvSpPr>
          <p:cNvPr id="62" name="Shape 50"/>
          <p:cNvSpPr/>
          <p:nvPr/>
        </p:nvSpPr>
        <p:spPr>
          <a:xfrm>
            <a:off x="7077456" y="5001768"/>
            <a:ext cx="502920" cy="502920"/>
          </a:xfrm>
          <a:prstGeom prst="ellipse">
            <a:avLst/>
          </a:prstGeom>
          <a:solidFill>
            <a:srgbClr val="F04E23"/>
          </a:solidFill>
          <a:ln/>
        </p:spPr>
      </p:sp>
      <p:pic>
        <p:nvPicPr>
          <p:cNvPr id="63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198157" y="5122469"/>
            <a:ext cx="261518" cy="261518"/>
          </a:xfrm>
          <a:prstGeom prst="rect">
            <a:avLst/>
          </a:prstGeom>
        </p:spPr>
      </p:pic>
      <p:sp>
        <p:nvSpPr>
          <p:cNvPr id="64" name="Text 51"/>
          <p:cNvSpPr/>
          <p:nvPr/>
        </p:nvSpPr>
        <p:spPr>
          <a:xfrm>
            <a:off x="6163056" y="5614416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Code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932442" y="3185378"/>
            <a:ext cx="17808" cy="17808"/>
          </a:xfrm>
          <a:prstGeom prst="ellipse">
            <a:avLst/>
          </a:prstGeom>
          <a:solidFill>
            <a:srgbClr val="F5F7FA">
              <a:alpha val="54081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073061" y="2247812"/>
            <a:ext cx="25192" cy="25192"/>
          </a:xfrm>
          <a:prstGeom prst="ellipse">
            <a:avLst/>
          </a:prstGeom>
          <a:solidFill>
            <a:srgbClr val="F5F7FA">
              <a:alpha val="48135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949096" y="5176691"/>
            <a:ext cx="28852" cy="28852"/>
          </a:xfrm>
          <a:prstGeom prst="ellipse">
            <a:avLst/>
          </a:prstGeom>
          <a:solidFill>
            <a:srgbClr val="F5F7FA">
              <a:alpha val="47951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473929" y="1727347"/>
            <a:ext cx="27364" cy="27364"/>
          </a:xfrm>
          <a:prstGeom prst="ellipse">
            <a:avLst/>
          </a:prstGeom>
          <a:solidFill>
            <a:srgbClr val="F5F7FA">
              <a:alpha val="46182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400135" y="6547115"/>
            <a:ext cx="22354" cy="22354"/>
          </a:xfrm>
          <a:prstGeom prst="ellipse">
            <a:avLst/>
          </a:prstGeom>
          <a:solidFill>
            <a:srgbClr val="F5F7FA">
              <a:alpha val="21224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092642" y="5835327"/>
            <a:ext cx="16666" cy="16666"/>
          </a:xfrm>
          <a:prstGeom prst="ellipse">
            <a:avLst/>
          </a:prstGeom>
          <a:solidFill>
            <a:srgbClr val="F5F7FA">
              <a:alpha val="22769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5854606" y="4587316"/>
            <a:ext cx="23509" cy="23509"/>
          </a:xfrm>
          <a:prstGeom prst="ellipse">
            <a:avLst/>
          </a:prstGeom>
          <a:solidFill>
            <a:srgbClr val="F5F7FA">
              <a:alpha val="24025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8339563" y="2972417"/>
            <a:ext cx="20734" cy="20734"/>
          </a:xfrm>
          <a:prstGeom prst="ellipse">
            <a:avLst/>
          </a:prstGeom>
          <a:solidFill>
            <a:srgbClr val="F5F7FA">
              <a:alpha val="3061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8366112" y="4715963"/>
            <a:ext cx="14843" cy="14843"/>
          </a:xfrm>
          <a:prstGeom prst="ellipse">
            <a:avLst/>
          </a:prstGeom>
          <a:solidFill>
            <a:srgbClr val="F5F7FA">
              <a:alpha val="26105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202270" y="2621286"/>
            <a:ext cx="17216" cy="17216"/>
          </a:xfrm>
          <a:prstGeom prst="ellipse">
            <a:avLst/>
          </a:prstGeom>
          <a:solidFill>
            <a:srgbClr val="F5F7FA">
              <a:alpha val="34274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0827446" y="2953720"/>
            <a:ext cx="14847" cy="14847"/>
          </a:xfrm>
          <a:prstGeom prst="ellipse">
            <a:avLst/>
          </a:prstGeom>
          <a:solidFill>
            <a:srgbClr val="F5F7FA">
              <a:alpha val="52958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8897303" y="6390599"/>
            <a:ext cx="17897" cy="17897"/>
          </a:xfrm>
          <a:prstGeom prst="ellipse">
            <a:avLst/>
          </a:prstGeom>
          <a:solidFill>
            <a:srgbClr val="F5F7FA">
              <a:alpha val="34626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5261327" y="401255"/>
            <a:ext cx="19457" cy="19457"/>
          </a:xfrm>
          <a:prstGeom prst="ellipse">
            <a:avLst/>
          </a:prstGeom>
          <a:solidFill>
            <a:srgbClr val="F5F7FA">
              <a:alpha val="53598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8799887" y="4205023"/>
            <a:ext cx="15666" cy="15666"/>
          </a:xfrm>
          <a:prstGeom prst="ellipse">
            <a:avLst/>
          </a:prstGeom>
          <a:solidFill>
            <a:srgbClr val="F5F7FA">
              <a:alpha val="29937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7622318" y="1715235"/>
            <a:ext cx="20341" cy="20341"/>
          </a:xfrm>
          <a:prstGeom prst="ellipse">
            <a:avLst/>
          </a:prstGeom>
          <a:solidFill>
            <a:srgbClr val="F5F7FA">
              <a:alpha val="24999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8351269" y="2499225"/>
            <a:ext cx="24746" cy="24746"/>
          </a:xfrm>
          <a:prstGeom prst="ellipse">
            <a:avLst/>
          </a:prstGeom>
          <a:solidFill>
            <a:srgbClr val="F5F7FA">
              <a:alpha val="23663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0384682" y="4440326"/>
            <a:ext cx="17704" cy="17704"/>
          </a:xfrm>
          <a:prstGeom prst="ellipse">
            <a:avLst/>
          </a:prstGeom>
          <a:solidFill>
            <a:srgbClr val="F5F7FA">
              <a:alpha val="43211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477257" y="2119871"/>
            <a:ext cx="16690" cy="16690"/>
          </a:xfrm>
          <a:prstGeom prst="ellipse">
            <a:avLst/>
          </a:prstGeom>
          <a:solidFill>
            <a:srgbClr val="F5F7FA">
              <a:alpha val="43891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4216504" y="6629194"/>
            <a:ext cx="27597" cy="27597"/>
          </a:xfrm>
          <a:prstGeom prst="ellipse">
            <a:avLst/>
          </a:prstGeom>
          <a:solidFill>
            <a:srgbClr val="F5F7FA">
              <a:alpha val="26135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1517933" y="1373628"/>
            <a:ext cx="15474" cy="15474"/>
          </a:xfrm>
          <a:prstGeom prst="ellipse">
            <a:avLst/>
          </a:prstGeom>
          <a:solidFill>
            <a:srgbClr val="F5F7FA">
              <a:alpha val="34448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7781613" y="5318507"/>
            <a:ext cx="17915" cy="17915"/>
          </a:xfrm>
          <a:prstGeom prst="ellipse">
            <a:avLst/>
          </a:prstGeom>
          <a:solidFill>
            <a:srgbClr val="F5F7FA">
              <a:alpha val="32968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984826" y="3647164"/>
            <a:ext cx="22523" cy="22523"/>
          </a:xfrm>
          <a:prstGeom prst="ellipse">
            <a:avLst/>
          </a:prstGeom>
          <a:solidFill>
            <a:srgbClr val="F5F7FA">
              <a:alpha val="37681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8135741" y="6434931"/>
            <a:ext cx="19951" cy="19951"/>
          </a:xfrm>
          <a:prstGeom prst="ellipse">
            <a:avLst/>
          </a:prstGeom>
          <a:solidFill>
            <a:srgbClr val="F5F7FA">
              <a:alpha val="50315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088096" y="2167143"/>
            <a:ext cx="18530" cy="18530"/>
          </a:xfrm>
          <a:prstGeom prst="ellipse">
            <a:avLst/>
          </a:prstGeom>
          <a:solidFill>
            <a:srgbClr val="F5F7FA">
              <a:alpha val="38897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6784035" y="4983133"/>
            <a:ext cx="20497" cy="20497"/>
          </a:xfrm>
          <a:prstGeom prst="ellipse">
            <a:avLst/>
          </a:prstGeom>
          <a:solidFill>
            <a:srgbClr val="F5F7FA">
              <a:alpha val="34968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8365903" y="3622234"/>
            <a:ext cx="25646" cy="25646"/>
          </a:xfrm>
          <a:prstGeom prst="ellipse">
            <a:avLst/>
          </a:prstGeom>
          <a:solidFill>
            <a:srgbClr val="F5F7FA">
              <a:alpha val="32479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716199" y="4095779"/>
            <a:ext cx="13050" cy="13050"/>
          </a:xfrm>
          <a:prstGeom prst="ellipse">
            <a:avLst/>
          </a:prstGeom>
          <a:solidFill>
            <a:srgbClr val="F5F7FA">
              <a:alpha val="38344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5358534" y="1493103"/>
            <a:ext cx="16032" cy="16032"/>
          </a:xfrm>
          <a:prstGeom prst="ellipse">
            <a:avLst/>
          </a:prstGeom>
          <a:solidFill>
            <a:srgbClr val="F5F7FA">
              <a:alpha val="29662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8144521" y="4365537"/>
            <a:ext cx="27075" cy="27075"/>
          </a:xfrm>
          <a:prstGeom prst="ellipse">
            <a:avLst/>
          </a:prstGeom>
          <a:solidFill>
            <a:srgbClr val="F5F7FA">
              <a:alpha val="27605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2602024" y="1960416"/>
            <a:ext cx="28905" cy="28905"/>
          </a:xfrm>
          <a:prstGeom prst="ellipse">
            <a:avLst/>
          </a:prstGeom>
          <a:solidFill>
            <a:srgbClr val="F5F7FA">
              <a:alpha val="42976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4836123" y="4607072"/>
            <a:ext cx="20102" cy="20102"/>
          </a:xfrm>
          <a:prstGeom prst="ellipse">
            <a:avLst/>
          </a:prstGeom>
          <a:solidFill>
            <a:srgbClr val="F5F7FA">
              <a:alpha val="3343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407696" y="6378840"/>
            <a:ext cx="18749" cy="18749"/>
          </a:xfrm>
          <a:prstGeom prst="ellipse">
            <a:avLst/>
          </a:prstGeom>
          <a:solidFill>
            <a:srgbClr val="F5F7FA">
              <a:alpha val="47361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2681671" y="333052"/>
            <a:ext cx="27692" cy="27692"/>
          </a:xfrm>
          <a:prstGeom prst="ellipse">
            <a:avLst/>
          </a:prstGeom>
          <a:solidFill>
            <a:srgbClr val="F5F7FA">
              <a:alpha val="29461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1152901" y="5181041"/>
            <a:ext cx="27220" cy="27220"/>
          </a:xfrm>
          <a:prstGeom prst="ellipse">
            <a:avLst/>
          </a:prstGeom>
          <a:solidFill>
            <a:srgbClr val="F5F7FA">
              <a:alpha val="22939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2283225" y="518142"/>
            <a:ext cx="28102" cy="28102"/>
          </a:xfrm>
          <a:prstGeom prst="ellipse">
            <a:avLst/>
          </a:prstGeom>
          <a:solidFill>
            <a:srgbClr val="F5F7FA">
              <a:alpha val="33413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9082938" y="3785688"/>
            <a:ext cx="20383" cy="20383"/>
          </a:xfrm>
          <a:prstGeom prst="ellipse">
            <a:avLst/>
          </a:prstGeom>
          <a:solidFill>
            <a:srgbClr val="F5F7FA">
              <a:alpha val="44464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2436667" y="929011"/>
            <a:ext cx="15440" cy="15440"/>
          </a:xfrm>
          <a:prstGeom prst="ellipse">
            <a:avLst/>
          </a:prstGeom>
          <a:solidFill>
            <a:srgbClr val="F5F7FA">
              <a:alpha val="44855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707210" y="5071445"/>
            <a:ext cx="16729" cy="16729"/>
          </a:xfrm>
          <a:prstGeom prst="ellipse">
            <a:avLst/>
          </a:prstGeom>
          <a:solidFill>
            <a:srgbClr val="F5F7FA">
              <a:alpha val="32428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5550232" y="3174324"/>
            <a:ext cx="17950" cy="17950"/>
          </a:xfrm>
          <a:prstGeom prst="ellipse">
            <a:avLst/>
          </a:prstGeom>
          <a:solidFill>
            <a:srgbClr val="F5F7FA">
              <a:alpha val="29652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4623521" y="3280980"/>
            <a:ext cx="28654" cy="28654"/>
          </a:xfrm>
          <a:prstGeom prst="ellipse">
            <a:avLst/>
          </a:prstGeom>
          <a:solidFill>
            <a:srgbClr val="F5F7FA">
              <a:alpha val="40846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0" y="502920"/>
            <a:ext cx="12191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50" kern="0" dirty="0">
                <a:solidFill>
                  <a:srgbClr val="F04E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· IL PROGETTO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0" y="822960"/>
            <a:ext cx="121916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Presentazione del Clone SpaceX</a:t>
            </a:r>
            <a:endParaRPr lang="en-US" sz="3200" dirty="0"/>
          </a:p>
        </p:txBody>
      </p:sp>
      <p:sp>
        <p:nvSpPr>
          <p:cNvPr id="44" name="Text 42"/>
          <p:cNvSpPr/>
          <p:nvPr/>
        </p:nvSpPr>
        <p:spPr>
          <a:xfrm>
            <a:off x="0" y="1417320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circa 14 minuti totali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1965960" y="2514600"/>
            <a:ext cx="822960" cy="822960"/>
          </a:xfrm>
          <a:prstGeom prst="ellipse">
            <a:avLst/>
          </a:prstGeom>
          <a:solidFill>
            <a:srgbClr val="F04E23"/>
          </a:solidFill>
          <a:ln/>
        </p:spPr>
      </p:sp>
      <p:pic>
        <p:nvPicPr>
          <p:cNvPr id="4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63470" y="2712110"/>
            <a:ext cx="427939" cy="427939"/>
          </a:xfrm>
          <a:prstGeom prst="rect">
            <a:avLst/>
          </a:prstGeom>
        </p:spPr>
      </p:pic>
      <p:sp>
        <p:nvSpPr>
          <p:cNvPr id="47" name="Text 44"/>
          <p:cNvSpPr/>
          <p:nvPr/>
        </p:nvSpPr>
        <p:spPr>
          <a:xfrm>
            <a:off x="822960" y="35204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Cos'è SpaceX</a:t>
            </a:r>
            <a:endParaRPr lang="en-US" sz="1600" dirty="0"/>
          </a:p>
        </p:txBody>
      </p:sp>
      <p:sp>
        <p:nvSpPr>
          <p:cNvPr id="48" name="Text 45"/>
          <p:cNvSpPr/>
          <p:nvPr/>
        </p:nvSpPr>
        <p:spPr>
          <a:xfrm>
            <a:off x="822960" y="3904488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L'azienda aerospaziale che abbiamo scelto come sito di riferimento per il clone</a:t>
            </a:r>
            <a:endParaRPr lang="en-US" sz="1150" dirty="0"/>
          </a:p>
        </p:txBody>
      </p:sp>
      <p:sp>
        <p:nvSpPr>
          <p:cNvPr id="49" name="Shape 46"/>
          <p:cNvSpPr/>
          <p:nvPr/>
        </p:nvSpPr>
        <p:spPr>
          <a:xfrm>
            <a:off x="5696712" y="2514600"/>
            <a:ext cx="822960" cy="822960"/>
          </a:xfrm>
          <a:prstGeom prst="ellipse">
            <a:avLst/>
          </a:prstGeom>
          <a:solidFill>
            <a:srgbClr val="F04E23"/>
          </a:solidFill>
          <a:ln/>
        </p:spPr>
      </p:sp>
      <p:pic>
        <p:nvPicPr>
          <p:cNvPr id="5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4222" y="2712110"/>
            <a:ext cx="427939" cy="427939"/>
          </a:xfrm>
          <a:prstGeom prst="rect">
            <a:avLst/>
          </a:prstGeom>
        </p:spPr>
      </p:pic>
      <p:sp>
        <p:nvSpPr>
          <p:cNvPr id="51" name="Text 47"/>
          <p:cNvSpPr/>
          <p:nvPr/>
        </p:nvSpPr>
        <p:spPr>
          <a:xfrm>
            <a:off x="4553712" y="35204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Perché questo progetto</a:t>
            </a:r>
            <a:endParaRPr lang="en-US" sz="1600" dirty="0"/>
          </a:p>
        </p:txBody>
      </p:sp>
      <p:sp>
        <p:nvSpPr>
          <p:cNvPr id="52" name="Text 48"/>
          <p:cNvSpPr/>
          <p:nvPr/>
        </p:nvSpPr>
        <p:spPr>
          <a:xfrm>
            <a:off x="4553712" y="3904488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ragioni che ci hanno portato a scegliere questo sito</a:t>
            </a:r>
            <a:endParaRPr lang="en-US" sz="1150" dirty="0"/>
          </a:p>
        </p:txBody>
      </p:sp>
      <p:sp>
        <p:nvSpPr>
          <p:cNvPr id="53" name="Shape 49"/>
          <p:cNvSpPr/>
          <p:nvPr/>
        </p:nvSpPr>
        <p:spPr>
          <a:xfrm>
            <a:off x="9427464" y="2514600"/>
            <a:ext cx="822960" cy="822960"/>
          </a:xfrm>
          <a:prstGeom prst="ellipse">
            <a:avLst/>
          </a:prstGeom>
          <a:solidFill>
            <a:srgbClr val="F04E23"/>
          </a:solidFill>
          <a:ln/>
        </p:spPr>
      </p:sp>
      <p:pic>
        <p:nvPicPr>
          <p:cNvPr id="5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4974" y="2712110"/>
            <a:ext cx="427939" cy="427939"/>
          </a:xfrm>
          <a:prstGeom prst="rect">
            <a:avLst/>
          </a:prstGeom>
        </p:spPr>
      </p:pic>
      <p:sp>
        <p:nvSpPr>
          <p:cNvPr id="55" name="Text 50"/>
          <p:cNvSpPr/>
          <p:nvPr/>
        </p:nvSpPr>
        <p:spPr>
          <a:xfrm>
            <a:off x="8284464" y="35204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Difficoltà tecniche</a:t>
            </a:r>
            <a:endParaRPr lang="en-US" sz="1600" dirty="0"/>
          </a:p>
        </p:txBody>
      </p:sp>
      <p:sp>
        <p:nvSpPr>
          <p:cNvPr id="56" name="Text 51"/>
          <p:cNvSpPr/>
          <p:nvPr/>
        </p:nvSpPr>
        <p:spPr>
          <a:xfrm>
            <a:off x="8284464" y="3904488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principali sfide incontrate durante lo sviluppo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809521" y="2590094"/>
            <a:ext cx="28694" cy="28694"/>
          </a:xfrm>
          <a:prstGeom prst="ellipse">
            <a:avLst/>
          </a:prstGeom>
          <a:solidFill>
            <a:srgbClr val="F5F7FA">
              <a:alpha val="30779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141716" y="1984140"/>
            <a:ext cx="15335" cy="15335"/>
          </a:xfrm>
          <a:prstGeom prst="ellipse">
            <a:avLst/>
          </a:prstGeom>
          <a:solidFill>
            <a:srgbClr val="F5F7FA">
              <a:alpha val="22709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737191" y="1349963"/>
            <a:ext cx="13898" cy="13898"/>
          </a:xfrm>
          <a:prstGeom prst="ellipse">
            <a:avLst/>
          </a:prstGeom>
          <a:solidFill>
            <a:srgbClr val="F5F7FA">
              <a:alpha val="31202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2894848" y="4666897"/>
            <a:ext cx="22350" cy="22350"/>
          </a:xfrm>
          <a:prstGeom prst="ellipse">
            <a:avLst/>
          </a:prstGeom>
          <a:solidFill>
            <a:srgbClr val="F5F7FA">
              <a:alpha val="30766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2206452" y="3468276"/>
            <a:ext cx="28905" cy="28905"/>
          </a:xfrm>
          <a:prstGeom prst="ellipse">
            <a:avLst/>
          </a:prstGeom>
          <a:solidFill>
            <a:srgbClr val="F5F7FA">
              <a:alpha val="20536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649285" y="3511432"/>
            <a:ext cx="21168" cy="21168"/>
          </a:xfrm>
          <a:prstGeom prst="ellipse">
            <a:avLst/>
          </a:prstGeom>
          <a:solidFill>
            <a:srgbClr val="F5F7FA">
              <a:alpha val="51498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8656428" y="1155700"/>
            <a:ext cx="22711" cy="22711"/>
          </a:xfrm>
          <a:prstGeom prst="ellipse">
            <a:avLst/>
          </a:prstGeom>
          <a:solidFill>
            <a:srgbClr val="F5F7FA">
              <a:alpha val="20383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4656707" y="5460412"/>
            <a:ext cx="25405" cy="25405"/>
          </a:xfrm>
          <a:prstGeom prst="ellipse">
            <a:avLst/>
          </a:prstGeom>
          <a:solidFill>
            <a:srgbClr val="F5F7FA">
              <a:alpha val="35214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208874" y="3132902"/>
            <a:ext cx="15027" cy="15027"/>
          </a:xfrm>
          <a:prstGeom prst="ellipse">
            <a:avLst/>
          </a:prstGeom>
          <a:solidFill>
            <a:srgbClr val="F5F7FA">
              <a:alpha val="22535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5838666" y="3486503"/>
            <a:ext cx="24292" cy="24292"/>
          </a:xfrm>
          <a:prstGeom prst="ellipse">
            <a:avLst/>
          </a:prstGeom>
          <a:solidFill>
            <a:srgbClr val="F5F7FA">
              <a:alpha val="46297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236886" y="5674548"/>
            <a:ext cx="15810" cy="15810"/>
          </a:xfrm>
          <a:prstGeom prst="ellipse">
            <a:avLst/>
          </a:prstGeom>
          <a:solidFill>
            <a:srgbClr val="F5F7FA">
              <a:alpha val="43412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8927145" y="4786371"/>
            <a:ext cx="22907" cy="22907"/>
          </a:xfrm>
          <a:prstGeom prst="ellipse">
            <a:avLst/>
          </a:prstGeom>
          <a:solidFill>
            <a:srgbClr val="F5F7FA">
              <a:alpha val="25979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2569360" y="2515306"/>
            <a:ext cx="21605" cy="21605"/>
          </a:xfrm>
          <a:prstGeom prst="ellipse">
            <a:avLst/>
          </a:prstGeom>
          <a:solidFill>
            <a:srgbClr val="F5F7FA">
              <a:alpha val="50173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74787" y="1824684"/>
            <a:ext cx="27551" cy="27551"/>
          </a:xfrm>
          <a:prstGeom prst="ellipse">
            <a:avLst/>
          </a:prstGeom>
          <a:solidFill>
            <a:srgbClr val="F5F7FA">
              <a:alpha val="21794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3891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04E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· IL PROGETTO · HOME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713232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 Page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7223760" y="47548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04E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@Rosario Floridia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06424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15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40080" y="1920240"/>
            <a:ext cx="5394960" cy="4114800"/>
          </a:xfrm>
          <a:prstGeom prst="roundRect">
            <a:avLst>
              <a:gd name="adj" fmla="val 1556"/>
            </a:avLst>
          </a:prstGeom>
          <a:solidFill>
            <a:srgbClr val="12151F"/>
          </a:solidFill>
          <a:ln/>
        </p:spPr>
      </p:sp>
      <p:sp>
        <p:nvSpPr>
          <p:cNvPr id="21" name="Shape 19"/>
          <p:cNvSpPr/>
          <p:nvPr/>
        </p:nvSpPr>
        <p:spPr>
          <a:xfrm>
            <a:off x="640080" y="1920240"/>
            <a:ext cx="5394960" cy="274320"/>
          </a:xfrm>
          <a:prstGeom prst="roundRect">
            <a:avLst>
              <a:gd name="adj" fmla="val 23333"/>
            </a:avLst>
          </a:prstGeom>
          <a:solidFill>
            <a:srgbClr val="1B1F2C"/>
          </a:solidFill>
          <a:ln/>
        </p:spPr>
      </p:sp>
      <p:sp>
        <p:nvSpPr>
          <p:cNvPr id="22" name="Shape 20"/>
          <p:cNvSpPr/>
          <p:nvPr/>
        </p:nvSpPr>
        <p:spPr>
          <a:xfrm>
            <a:off x="640080" y="2130552"/>
            <a:ext cx="5394960" cy="64008"/>
          </a:xfrm>
          <a:prstGeom prst="rect">
            <a:avLst/>
          </a:prstGeom>
          <a:solidFill>
            <a:srgbClr val="1B1F2C"/>
          </a:solidFill>
          <a:ln/>
        </p:spPr>
      </p:sp>
      <p:sp>
        <p:nvSpPr>
          <p:cNvPr id="23" name="Shape 21"/>
          <p:cNvSpPr/>
          <p:nvPr/>
        </p:nvSpPr>
        <p:spPr>
          <a:xfrm>
            <a:off x="786384" y="2016252"/>
            <a:ext cx="82296" cy="82296"/>
          </a:xfrm>
          <a:prstGeom prst="ellipse">
            <a:avLst/>
          </a:prstGeom>
          <a:solidFill>
            <a:srgbClr val="F04E23"/>
          </a:solidFill>
          <a:ln/>
        </p:spPr>
      </p:sp>
      <p:sp>
        <p:nvSpPr>
          <p:cNvPr id="24" name="Shape 22"/>
          <p:cNvSpPr/>
          <p:nvPr/>
        </p:nvSpPr>
        <p:spPr>
          <a:xfrm>
            <a:off x="987552" y="2016252"/>
            <a:ext cx="82296" cy="82296"/>
          </a:xfrm>
          <a:prstGeom prst="ellipse">
            <a:avLst/>
          </a:prstGeom>
          <a:solidFill>
            <a:srgbClr val="3A3F4E"/>
          </a:solidFill>
          <a:ln/>
        </p:spPr>
      </p:sp>
      <p:sp>
        <p:nvSpPr>
          <p:cNvPr id="25" name="Shape 23"/>
          <p:cNvSpPr/>
          <p:nvPr/>
        </p:nvSpPr>
        <p:spPr>
          <a:xfrm>
            <a:off x="1188720" y="2016252"/>
            <a:ext cx="82296" cy="82296"/>
          </a:xfrm>
          <a:prstGeom prst="ellipse">
            <a:avLst/>
          </a:prstGeom>
          <a:solidFill>
            <a:srgbClr val="3A3F4E"/>
          </a:solidFill>
          <a:ln/>
        </p:spPr>
      </p:sp>
      <p:sp>
        <p:nvSpPr>
          <p:cNvPr id="26" name="Shape 24"/>
          <p:cNvSpPr/>
          <p:nvPr/>
        </p:nvSpPr>
        <p:spPr>
          <a:xfrm>
            <a:off x="877824" y="2377440"/>
            <a:ext cx="4919472" cy="1481328"/>
          </a:xfrm>
          <a:prstGeom prst="roundRect">
            <a:avLst>
              <a:gd name="adj" fmla="val 2469"/>
            </a:avLst>
          </a:prstGeom>
          <a:solidFill>
            <a:srgbClr val="F04E23">
              <a:alpha val="2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877824" y="4005072"/>
            <a:ext cx="1548384" cy="658368"/>
          </a:xfrm>
          <a:prstGeom prst="roundRect">
            <a:avLst>
              <a:gd name="adj" fmla="val 4167"/>
            </a:avLst>
          </a:prstGeom>
          <a:solidFill>
            <a:srgbClr val="1B1F2C"/>
          </a:solidFill>
          <a:ln/>
        </p:spPr>
      </p:sp>
      <p:sp>
        <p:nvSpPr>
          <p:cNvPr id="28" name="Shape 26"/>
          <p:cNvSpPr/>
          <p:nvPr/>
        </p:nvSpPr>
        <p:spPr>
          <a:xfrm>
            <a:off x="2563368" y="4005072"/>
            <a:ext cx="1548384" cy="658368"/>
          </a:xfrm>
          <a:prstGeom prst="roundRect">
            <a:avLst>
              <a:gd name="adj" fmla="val 4167"/>
            </a:avLst>
          </a:prstGeom>
          <a:solidFill>
            <a:srgbClr val="1B1F2C"/>
          </a:solidFill>
          <a:ln/>
        </p:spPr>
      </p:sp>
      <p:sp>
        <p:nvSpPr>
          <p:cNvPr id="29" name="Shape 27"/>
          <p:cNvSpPr/>
          <p:nvPr/>
        </p:nvSpPr>
        <p:spPr>
          <a:xfrm>
            <a:off x="4248912" y="4005072"/>
            <a:ext cx="1548384" cy="658368"/>
          </a:xfrm>
          <a:prstGeom prst="roundRect">
            <a:avLst>
              <a:gd name="adj" fmla="val 4167"/>
            </a:avLst>
          </a:prstGeom>
          <a:solidFill>
            <a:srgbClr val="1B1F2C"/>
          </a:solidFill>
          <a:ln/>
        </p:spPr>
      </p:sp>
      <p:sp>
        <p:nvSpPr>
          <p:cNvPr id="30" name="Shape 28"/>
          <p:cNvSpPr/>
          <p:nvPr/>
        </p:nvSpPr>
        <p:spPr>
          <a:xfrm>
            <a:off x="877824" y="4809744"/>
            <a:ext cx="4919472" cy="201168"/>
          </a:xfrm>
          <a:prstGeom prst="roundRect">
            <a:avLst>
              <a:gd name="adj" fmla="val 13636"/>
            </a:avLst>
          </a:prstGeom>
          <a:solidFill>
            <a:srgbClr val="1B1F2C"/>
          </a:solidFill>
          <a:ln/>
        </p:spPr>
      </p:sp>
      <p:sp>
        <p:nvSpPr>
          <p:cNvPr id="31" name="Shape 29"/>
          <p:cNvSpPr/>
          <p:nvPr/>
        </p:nvSpPr>
        <p:spPr>
          <a:xfrm>
            <a:off x="6400800" y="1965960"/>
            <a:ext cx="411480" cy="411480"/>
          </a:xfrm>
          <a:prstGeom prst="ellipse">
            <a:avLst/>
          </a:prstGeom>
          <a:solidFill>
            <a:srgbClr val="F04E23"/>
          </a:solidFill>
          <a:ln/>
        </p:spPr>
      </p:sp>
      <p:pic>
        <p:nvPicPr>
          <p:cNvPr id="3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9555" y="2064715"/>
            <a:ext cx="213970" cy="213970"/>
          </a:xfrm>
          <a:prstGeom prst="rect">
            <a:avLst/>
          </a:prstGeom>
        </p:spPr>
      </p:pic>
      <p:sp>
        <p:nvSpPr>
          <p:cNvPr id="33" name="Text 30"/>
          <p:cNvSpPr/>
          <p:nvPr/>
        </p:nvSpPr>
        <p:spPr>
          <a:xfrm>
            <a:off x="7040880" y="1938528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Header</a:t>
            </a:r>
            <a:endParaRPr lang="en-US" sz="1500" dirty="0"/>
          </a:p>
        </p:txBody>
      </p:sp>
      <p:sp>
        <p:nvSpPr>
          <p:cNvPr id="34" name="Shape 31"/>
          <p:cNvSpPr/>
          <p:nvPr/>
        </p:nvSpPr>
        <p:spPr>
          <a:xfrm>
            <a:off x="6400800" y="2587752"/>
            <a:ext cx="411480" cy="411480"/>
          </a:xfrm>
          <a:prstGeom prst="ellipse">
            <a:avLst/>
          </a:prstGeom>
          <a:solidFill>
            <a:srgbClr val="F04E23"/>
          </a:solidFill>
          <a:ln/>
        </p:spPr>
      </p:sp>
      <p:pic>
        <p:nvPicPr>
          <p:cNvPr id="3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9555" y="2686507"/>
            <a:ext cx="213970" cy="213970"/>
          </a:xfrm>
          <a:prstGeom prst="rect">
            <a:avLst/>
          </a:prstGeom>
        </p:spPr>
      </p:pic>
      <p:sp>
        <p:nvSpPr>
          <p:cNvPr id="36" name="Text 32"/>
          <p:cNvSpPr/>
          <p:nvPr/>
        </p:nvSpPr>
        <p:spPr>
          <a:xfrm>
            <a:off x="7040880" y="256032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Hero Section</a:t>
            </a:r>
            <a:endParaRPr lang="en-US" sz="1500" dirty="0"/>
          </a:p>
        </p:txBody>
      </p:sp>
      <p:sp>
        <p:nvSpPr>
          <p:cNvPr id="37" name="Shape 33"/>
          <p:cNvSpPr/>
          <p:nvPr/>
        </p:nvSpPr>
        <p:spPr>
          <a:xfrm>
            <a:off x="6400800" y="3209544"/>
            <a:ext cx="411480" cy="411480"/>
          </a:xfrm>
          <a:prstGeom prst="ellipse">
            <a:avLst/>
          </a:prstGeom>
          <a:solidFill>
            <a:srgbClr val="F04E23"/>
          </a:solidFill>
          <a:ln/>
        </p:spPr>
      </p:sp>
      <p:pic>
        <p:nvPicPr>
          <p:cNvPr id="3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9555" y="3308299"/>
            <a:ext cx="213970" cy="213970"/>
          </a:xfrm>
          <a:prstGeom prst="rect">
            <a:avLst/>
          </a:prstGeom>
        </p:spPr>
      </p:pic>
      <p:sp>
        <p:nvSpPr>
          <p:cNvPr id="39" name="Text 34"/>
          <p:cNvSpPr/>
          <p:nvPr/>
        </p:nvSpPr>
        <p:spPr>
          <a:xfrm>
            <a:off x="7040880" y="3182112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Animazioni</a:t>
            </a:r>
            <a:endParaRPr lang="en-US" sz="1500" dirty="0"/>
          </a:p>
        </p:txBody>
      </p:sp>
      <p:sp>
        <p:nvSpPr>
          <p:cNvPr id="40" name="Shape 35"/>
          <p:cNvSpPr/>
          <p:nvPr/>
        </p:nvSpPr>
        <p:spPr>
          <a:xfrm>
            <a:off x="6400800" y="3831336"/>
            <a:ext cx="411480" cy="411480"/>
          </a:xfrm>
          <a:prstGeom prst="ellipse">
            <a:avLst/>
          </a:prstGeom>
          <a:solidFill>
            <a:srgbClr val="F04E23"/>
          </a:solidFill>
          <a:ln/>
        </p:spPr>
      </p:sp>
      <p:pic>
        <p:nvPicPr>
          <p:cNvPr id="4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9555" y="3930091"/>
            <a:ext cx="213970" cy="213970"/>
          </a:xfrm>
          <a:prstGeom prst="rect">
            <a:avLst/>
          </a:prstGeom>
        </p:spPr>
      </p:pic>
      <p:sp>
        <p:nvSpPr>
          <p:cNvPr id="42" name="Text 36"/>
          <p:cNvSpPr/>
          <p:nvPr/>
        </p:nvSpPr>
        <p:spPr>
          <a:xfrm>
            <a:off x="7040880" y="3803904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Responsive</a:t>
            </a:r>
            <a:endParaRPr lang="en-US" sz="1500" dirty="0"/>
          </a:p>
        </p:txBody>
      </p:sp>
      <p:sp>
        <p:nvSpPr>
          <p:cNvPr id="43" name="Shape 37"/>
          <p:cNvSpPr/>
          <p:nvPr/>
        </p:nvSpPr>
        <p:spPr>
          <a:xfrm>
            <a:off x="6400800" y="4453128"/>
            <a:ext cx="411480" cy="411480"/>
          </a:xfrm>
          <a:prstGeom prst="ellipse">
            <a:avLst/>
          </a:prstGeom>
          <a:solidFill>
            <a:srgbClr val="F04E23"/>
          </a:solidFill>
          <a:ln/>
        </p:spPr>
      </p:sp>
      <p:pic>
        <p:nvPicPr>
          <p:cNvPr id="4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9555" y="4551883"/>
            <a:ext cx="213970" cy="213970"/>
          </a:xfrm>
          <a:prstGeom prst="rect">
            <a:avLst/>
          </a:prstGeom>
        </p:spPr>
      </p:pic>
      <p:sp>
        <p:nvSpPr>
          <p:cNvPr id="45" name="Text 38"/>
          <p:cNvSpPr/>
          <p:nvPr/>
        </p:nvSpPr>
        <p:spPr>
          <a:xfrm>
            <a:off x="7040880" y="4425696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Navbar</a:t>
            </a:r>
            <a:endParaRPr lang="en-US" sz="1500" dirty="0"/>
          </a:p>
        </p:txBody>
      </p:sp>
      <p:sp>
        <p:nvSpPr>
          <p:cNvPr id="46" name="Shape 39"/>
          <p:cNvSpPr/>
          <p:nvPr/>
        </p:nvSpPr>
        <p:spPr>
          <a:xfrm>
            <a:off x="6400800" y="5074920"/>
            <a:ext cx="411480" cy="411480"/>
          </a:xfrm>
          <a:prstGeom prst="ellipse">
            <a:avLst/>
          </a:prstGeom>
          <a:solidFill>
            <a:srgbClr val="F04E23"/>
          </a:solidFill>
          <a:ln/>
        </p:spPr>
      </p:sp>
      <p:pic>
        <p:nvPicPr>
          <p:cNvPr id="4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9555" y="5173675"/>
            <a:ext cx="213970" cy="213970"/>
          </a:xfrm>
          <a:prstGeom prst="rect">
            <a:avLst/>
          </a:prstGeom>
        </p:spPr>
      </p:pic>
      <p:sp>
        <p:nvSpPr>
          <p:cNvPr id="48" name="Text 40"/>
          <p:cNvSpPr/>
          <p:nvPr/>
        </p:nvSpPr>
        <p:spPr>
          <a:xfrm>
            <a:off x="7040880" y="5047488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Footer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28685" y="1676782"/>
            <a:ext cx="17861" cy="17861"/>
          </a:xfrm>
          <a:prstGeom prst="ellipse">
            <a:avLst/>
          </a:prstGeom>
          <a:solidFill>
            <a:srgbClr val="F5F7FA">
              <a:alpha val="37942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622633" y="767439"/>
            <a:ext cx="13325" cy="13325"/>
          </a:xfrm>
          <a:prstGeom prst="ellipse">
            <a:avLst/>
          </a:prstGeom>
          <a:solidFill>
            <a:srgbClr val="F5F7FA">
              <a:alpha val="50433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128180" y="6603206"/>
            <a:ext cx="23555" cy="23555"/>
          </a:xfrm>
          <a:prstGeom prst="ellipse">
            <a:avLst/>
          </a:prstGeom>
          <a:solidFill>
            <a:srgbClr val="F5F7FA">
              <a:alpha val="24179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499067" y="811418"/>
            <a:ext cx="23963" cy="23963"/>
          </a:xfrm>
          <a:prstGeom prst="ellipse">
            <a:avLst/>
          </a:prstGeom>
          <a:solidFill>
            <a:srgbClr val="F5F7FA">
              <a:alpha val="32205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485739" y="4389408"/>
            <a:ext cx="16786" cy="16786"/>
          </a:xfrm>
          <a:prstGeom prst="ellipse">
            <a:avLst/>
          </a:prstGeom>
          <a:solidFill>
            <a:srgbClr val="F5F7FA">
              <a:alpha val="36053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2230545" y="6076509"/>
            <a:ext cx="18278" cy="18278"/>
          </a:xfrm>
          <a:prstGeom prst="ellipse">
            <a:avLst/>
          </a:prstGeom>
          <a:solidFill>
            <a:srgbClr val="F5F7FA">
              <a:alpha val="29676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2191068" y="5026054"/>
            <a:ext cx="23969" cy="23969"/>
          </a:xfrm>
          <a:prstGeom prst="ellipse">
            <a:avLst/>
          </a:prstGeom>
          <a:solidFill>
            <a:srgbClr val="F5F7FA">
              <a:alpha val="54985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932442" y="3185378"/>
            <a:ext cx="17808" cy="17808"/>
          </a:xfrm>
          <a:prstGeom prst="ellipse">
            <a:avLst/>
          </a:prstGeom>
          <a:solidFill>
            <a:srgbClr val="F5F7FA">
              <a:alpha val="54081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6073061" y="2247812"/>
            <a:ext cx="25192" cy="25192"/>
          </a:xfrm>
          <a:prstGeom prst="ellipse">
            <a:avLst/>
          </a:prstGeom>
          <a:solidFill>
            <a:srgbClr val="F5F7FA">
              <a:alpha val="48135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5949096" y="5176691"/>
            <a:ext cx="28852" cy="28852"/>
          </a:xfrm>
          <a:prstGeom prst="ellipse">
            <a:avLst/>
          </a:prstGeom>
          <a:solidFill>
            <a:srgbClr val="F5F7FA">
              <a:alpha val="47951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5473929" y="1727347"/>
            <a:ext cx="27364" cy="27364"/>
          </a:xfrm>
          <a:prstGeom prst="ellipse">
            <a:avLst/>
          </a:prstGeom>
          <a:solidFill>
            <a:srgbClr val="F5F7FA">
              <a:alpha val="46182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5400135" y="6547115"/>
            <a:ext cx="22354" cy="22354"/>
          </a:xfrm>
          <a:prstGeom prst="ellipse">
            <a:avLst/>
          </a:prstGeom>
          <a:solidFill>
            <a:srgbClr val="F5F7FA">
              <a:alpha val="21224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0092642" y="5835327"/>
            <a:ext cx="16666" cy="16666"/>
          </a:xfrm>
          <a:prstGeom prst="ellipse">
            <a:avLst/>
          </a:prstGeom>
          <a:solidFill>
            <a:srgbClr val="F5F7FA">
              <a:alpha val="22769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5854606" y="4587316"/>
            <a:ext cx="23509" cy="23509"/>
          </a:xfrm>
          <a:prstGeom prst="ellipse">
            <a:avLst/>
          </a:prstGeom>
          <a:solidFill>
            <a:srgbClr val="F5F7FA">
              <a:alpha val="24025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3891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04E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· IL PROGETTO · MOON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713232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Moon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7223760" y="47548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04E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@Federico M. Calato &amp; @Fidel Vicente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06424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15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40080" y="1920240"/>
            <a:ext cx="5394960" cy="3108960"/>
          </a:xfrm>
          <a:prstGeom prst="roundRect">
            <a:avLst>
              <a:gd name="adj" fmla="val 2059"/>
            </a:avLst>
          </a:prstGeom>
          <a:solidFill>
            <a:srgbClr val="12151F"/>
          </a:solidFill>
          <a:ln/>
        </p:spPr>
      </p:sp>
      <p:sp>
        <p:nvSpPr>
          <p:cNvPr id="21" name="Shape 19"/>
          <p:cNvSpPr/>
          <p:nvPr/>
        </p:nvSpPr>
        <p:spPr>
          <a:xfrm>
            <a:off x="640080" y="1920240"/>
            <a:ext cx="5394960" cy="274320"/>
          </a:xfrm>
          <a:prstGeom prst="roundRect">
            <a:avLst>
              <a:gd name="adj" fmla="val 23333"/>
            </a:avLst>
          </a:prstGeom>
          <a:solidFill>
            <a:srgbClr val="1B1F2C"/>
          </a:solidFill>
          <a:ln/>
        </p:spPr>
      </p:sp>
      <p:sp>
        <p:nvSpPr>
          <p:cNvPr id="22" name="Shape 20"/>
          <p:cNvSpPr/>
          <p:nvPr/>
        </p:nvSpPr>
        <p:spPr>
          <a:xfrm>
            <a:off x="640080" y="2130552"/>
            <a:ext cx="5394960" cy="64008"/>
          </a:xfrm>
          <a:prstGeom prst="rect">
            <a:avLst/>
          </a:prstGeom>
          <a:solidFill>
            <a:srgbClr val="1B1F2C"/>
          </a:solidFill>
          <a:ln/>
        </p:spPr>
      </p:sp>
      <p:sp>
        <p:nvSpPr>
          <p:cNvPr id="23" name="Shape 21"/>
          <p:cNvSpPr/>
          <p:nvPr/>
        </p:nvSpPr>
        <p:spPr>
          <a:xfrm>
            <a:off x="786384" y="2016252"/>
            <a:ext cx="82296" cy="82296"/>
          </a:xfrm>
          <a:prstGeom prst="ellipse">
            <a:avLst/>
          </a:prstGeom>
          <a:solidFill>
            <a:srgbClr val="F04E23"/>
          </a:solidFill>
          <a:ln/>
        </p:spPr>
      </p:sp>
      <p:sp>
        <p:nvSpPr>
          <p:cNvPr id="24" name="Shape 22"/>
          <p:cNvSpPr/>
          <p:nvPr/>
        </p:nvSpPr>
        <p:spPr>
          <a:xfrm>
            <a:off x="987552" y="2016252"/>
            <a:ext cx="82296" cy="82296"/>
          </a:xfrm>
          <a:prstGeom prst="ellipse">
            <a:avLst/>
          </a:prstGeom>
          <a:solidFill>
            <a:srgbClr val="3A3F4E"/>
          </a:solidFill>
          <a:ln/>
        </p:spPr>
      </p:sp>
      <p:sp>
        <p:nvSpPr>
          <p:cNvPr id="25" name="Shape 23"/>
          <p:cNvSpPr/>
          <p:nvPr/>
        </p:nvSpPr>
        <p:spPr>
          <a:xfrm>
            <a:off x="1188720" y="2016252"/>
            <a:ext cx="82296" cy="82296"/>
          </a:xfrm>
          <a:prstGeom prst="ellipse">
            <a:avLst/>
          </a:prstGeom>
          <a:solidFill>
            <a:srgbClr val="3A3F4E"/>
          </a:solidFill>
          <a:ln/>
        </p:spPr>
      </p:sp>
      <p:sp>
        <p:nvSpPr>
          <p:cNvPr id="26" name="Shape 24"/>
          <p:cNvSpPr/>
          <p:nvPr/>
        </p:nvSpPr>
        <p:spPr>
          <a:xfrm>
            <a:off x="877824" y="2377440"/>
            <a:ext cx="4919472" cy="1119226"/>
          </a:xfrm>
          <a:prstGeom prst="roundRect">
            <a:avLst>
              <a:gd name="adj" fmla="val 3268"/>
            </a:avLst>
          </a:prstGeom>
          <a:solidFill>
            <a:srgbClr val="F04E23">
              <a:alpha val="2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877824" y="3642970"/>
            <a:ext cx="1548384" cy="497434"/>
          </a:xfrm>
          <a:prstGeom prst="roundRect">
            <a:avLst>
              <a:gd name="adj" fmla="val 5515"/>
            </a:avLst>
          </a:prstGeom>
          <a:solidFill>
            <a:srgbClr val="1B1F2C"/>
          </a:solidFill>
          <a:ln/>
        </p:spPr>
      </p:sp>
      <p:sp>
        <p:nvSpPr>
          <p:cNvPr id="28" name="Shape 26"/>
          <p:cNvSpPr/>
          <p:nvPr/>
        </p:nvSpPr>
        <p:spPr>
          <a:xfrm>
            <a:off x="2563368" y="3642970"/>
            <a:ext cx="1548384" cy="497434"/>
          </a:xfrm>
          <a:prstGeom prst="roundRect">
            <a:avLst>
              <a:gd name="adj" fmla="val 5515"/>
            </a:avLst>
          </a:prstGeom>
          <a:solidFill>
            <a:srgbClr val="1B1F2C"/>
          </a:solidFill>
          <a:ln/>
        </p:spPr>
      </p:sp>
      <p:sp>
        <p:nvSpPr>
          <p:cNvPr id="29" name="Shape 27"/>
          <p:cNvSpPr/>
          <p:nvPr/>
        </p:nvSpPr>
        <p:spPr>
          <a:xfrm>
            <a:off x="4248912" y="3642970"/>
            <a:ext cx="1548384" cy="497434"/>
          </a:xfrm>
          <a:prstGeom prst="roundRect">
            <a:avLst>
              <a:gd name="adj" fmla="val 5515"/>
            </a:avLst>
          </a:prstGeom>
          <a:solidFill>
            <a:srgbClr val="1B1F2C"/>
          </a:solidFill>
          <a:ln/>
        </p:spPr>
      </p:sp>
      <p:sp>
        <p:nvSpPr>
          <p:cNvPr id="30" name="Shape 28"/>
          <p:cNvSpPr/>
          <p:nvPr/>
        </p:nvSpPr>
        <p:spPr>
          <a:xfrm>
            <a:off x="877824" y="4286707"/>
            <a:ext cx="4919472" cy="201168"/>
          </a:xfrm>
          <a:prstGeom prst="roundRect">
            <a:avLst>
              <a:gd name="adj" fmla="val 13636"/>
            </a:avLst>
          </a:prstGeom>
          <a:solidFill>
            <a:srgbClr val="1B1F2C"/>
          </a:solidFill>
          <a:ln/>
        </p:spPr>
      </p:sp>
      <p:sp>
        <p:nvSpPr>
          <p:cNvPr id="31" name="Shape 29"/>
          <p:cNvSpPr/>
          <p:nvPr/>
        </p:nvSpPr>
        <p:spPr>
          <a:xfrm>
            <a:off x="6400800" y="1965960"/>
            <a:ext cx="411480" cy="411480"/>
          </a:xfrm>
          <a:prstGeom prst="ellipse">
            <a:avLst/>
          </a:prstGeom>
          <a:solidFill>
            <a:srgbClr val="F04E23"/>
          </a:solidFill>
          <a:ln/>
        </p:spPr>
      </p:sp>
      <p:pic>
        <p:nvPicPr>
          <p:cNvPr id="3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9555" y="2064715"/>
            <a:ext cx="213970" cy="213970"/>
          </a:xfrm>
          <a:prstGeom prst="rect">
            <a:avLst/>
          </a:prstGeom>
        </p:spPr>
      </p:pic>
      <p:sp>
        <p:nvSpPr>
          <p:cNvPr id="33" name="Text 30"/>
          <p:cNvSpPr/>
          <p:nvPr/>
        </p:nvSpPr>
        <p:spPr>
          <a:xfrm>
            <a:off x="7040880" y="1938528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Layout</a:t>
            </a:r>
            <a:endParaRPr lang="en-US" sz="1500" dirty="0"/>
          </a:p>
        </p:txBody>
      </p:sp>
      <p:sp>
        <p:nvSpPr>
          <p:cNvPr id="34" name="Shape 31"/>
          <p:cNvSpPr/>
          <p:nvPr/>
        </p:nvSpPr>
        <p:spPr>
          <a:xfrm>
            <a:off x="6400800" y="2587752"/>
            <a:ext cx="411480" cy="411480"/>
          </a:xfrm>
          <a:prstGeom prst="ellipse">
            <a:avLst/>
          </a:prstGeom>
          <a:solidFill>
            <a:srgbClr val="F04E23"/>
          </a:solidFill>
          <a:ln/>
        </p:spPr>
      </p:sp>
      <p:pic>
        <p:nvPicPr>
          <p:cNvPr id="3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9555" y="2686507"/>
            <a:ext cx="213970" cy="213970"/>
          </a:xfrm>
          <a:prstGeom prst="rect">
            <a:avLst/>
          </a:prstGeom>
        </p:spPr>
      </p:pic>
      <p:sp>
        <p:nvSpPr>
          <p:cNvPr id="36" name="Text 32"/>
          <p:cNvSpPr/>
          <p:nvPr/>
        </p:nvSpPr>
        <p:spPr>
          <a:xfrm>
            <a:off x="7040880" y="256032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Responsive</a:t>
            </a:r>
            <a:endParaRPr lang="en-US" sz="1500" dirty="0"/>
          </a:p>
        </p:txBody>
      </p:sp>
      <p:sp>
        <p:nvSpPr>
          <p:cNvPr id="37" name="Shape 33"/>
          <p:cNvSpPr/>
          <p:nvPr/>
        </p:nvSpPr>
        <p:spPr>
          <a:xfrm>
            <a:off x="6400800" y="3209544"/>
            <a:ext cx="411480" cy="411480"/>
          </a:xfrm>
          <a:prstGeom prst="ellipse">
            <a:avLst/>
          </a:prstGeom>
          <a:solidFill>
            <a:srgbClr val="F04E23"/>
          </a:solidFill>
          <a:ln/>
        </p:spPr>
      </p:sp>
      <p:pic>
        <p:nvPicPr>
          <p:cNvPr id="3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9555" y="3308299"/>
            <a:ext cx="213970" cy="213970"/>
          </a:xfrm>
          <a:prstGeom prst="rect">
            <a:avLst/>
          </a:prstGeom>
        </p:spPr>
      </p:pic>
      <p:sp>
        <p:nvSpPr>
          <p:cNvPr id="39" name="Text 34"/>
          <p:cNvSpPr/>
          <p:nvPr/>
        </p:nvSpPr>
        <p:spPr>
          <a:xfrm>
            <a:off x="7040880" y="3182112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Animazioni</a:t>
            </a:r>
            <a:endParaRPr lang="en-US" sz="1500" dirty="0"/>
          </a:p>
        </p:txBody>
      </p:sp>
      <p:sp>
        <p:nvSpPr>
          <p:cNvPr id="40" name="Shape 35"/>
          <p:cNvSpPr/>
          <p:nvPr/>
        </p:nvSpPr>
        <p:spPr>
          <a:xfrm>
            <a:off x="6400800" y="3831336"/>
            <a:ext cx="411480" cy="411480"/>
          </a:xfrm>
          <a:prstGeom prst="ellipse">
            <a:avLst/>
          </a:prstGeom>
          <a:solidFill>
            <a:srgbClr val="F04E23"/>
          </a:solidFill>
          <a:ln/>
        </p:spPr>
      </p:sp>
      <p:pic>
        <p:nvPicPr>
          <p:cNvPr id="4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9555" y="3930091"/>
            <a:ext cx="213970" cy="213970"/>
          </a:xfrm>
          <a:prstGeom prst="rect">
            <a:avLst/>
          </a:prstGeom>
        </p:spPr>
      </p:pic>
      <p:sp>
        <p:nvSpPr>
          <p:cNvPr id="42" name="Text 36"/>
          <p:cNvSpPr/>
          <p:nvPr/>
        </p:nvSpPr>
        <p:spPr>
          <a:xfrm>
            <a:off x="7040880" y="3803904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Sezioni principali</a:t>
            </a:r>
            <a:endParaRPr lang="en-US" sz="1500" dirty="0"/>
          </a:p>
        </p:txBody>
      </p:sp>
      <p:sp>
        <p:nvSpPr>
          <p:cNvPr id="43" name="Shape 37"/>
          <p:cNvSpPr/>
          <p:nvPr/>
        </p:nvSpPr>
        <p:spPr>
          <a:xfrm>
            <a:off x="640080" y="5257800"/>
            <a:ext cx="5394960" cy="1051560"/>
          </a:xfrm>
          <a:prstGeom prst="roundRect">
            <a:avLst>
              <a:gd name="adj" fmla="val 6957"/>
            </a:avLst>
          </a:prstGeom>
          <a:solidFill>
            <a:srgbClr val="12151F"/>
          </a:solidFill>
          <a:ln/>
        </p:spPr>
      </p:sp>
      <p:sp>
        <p:nvSpPr>
          <p:cNvPr id="44" name="Shape 38"/>
          <p:cNvSpPr/>
          <p:nvPr/>
        </p:nvSpPr>
        <p:spPr>
          <a:xfrm>
            <a:off x="914400" y="5554980"/>
            <a:ext cx="457200" cy="457200"/>
          </a:xfrm>
          <a:prstGeom prst="ellipse">
            <a:avLst/>
          </a:prstGeom>
          <a:solidFill>
            <a:srgbClr val="F04E23"/>
          </a:solidFill>
          <a:ln/>
        </p:spPr>
      </p:sp>
      <p:pic>
        <p:nvPicPr>
          <p:cNvPr id="4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4128" y="5664708"/>
            <a:ext cx="237744" cy="237744"/>
          </a:xfrm>
          <a:prstGeom prst="rect">
            <a:avLst/>
          </a:prstGeom>
        </p:spPr>
      </p:pic>
      <p:sp>
        <p:nvSpPr>
          <p:cNvPr id="46" name="Text 39"/>
          <p:cNvSpPr/>
          <p:nvPr/>
        </p:nvSpPr>
        <p:spPr>
          <a:xfrm>
            <a:off x="1600200" y="5385816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Difficoltà incontrate</a:t>
            </a:r>
            <a:endParaRPr lang="en-US" sz="1400" dirty="0"/>
          </a:p>
        </p:txBody>
      </p:sp>
      <p:sp>
        <p:nvSpPr>
          <p:cNvPr id="47" name="Text 40"/>
          <p:cNvSpPr/>
          <p:nvPr/>
        </p:nvSpPr>
        <p:spPr>
          <a:xfrm>
            <a:off x="1600200" y="5678424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sfide tecniche affrontate nello sviluppo di questa pagina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56153" y="763470"/>
            <a:ext cx="23488" cy="23488"/>
          </a:xfrm>
          <a:prstGeom prst="ellipse">
            <a:avLst/>
          </a:prstGeom>
          <a:solidFill>
            <a:srgbClr val="F5F7FA">
              <a:alpha val="45106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295245" y="6408738"/>
            <a:ext cx="27775" cy="27775"/>
          </a:xfrm>
          <a:prstGeom prst="ellipse">
            <a:avLst/>
          </a:prstGeom>
          <a:solidFill>
            <a:srgbClr val="F5F7FA">
              <a:alpha val="43157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327474" y="4998450"/>
            <a:ext cx="16753" cy="16753"/>
          </a:xfrm>
          <a:prstGeom prst="ellipse">
            <a:avLst/>
          </a:prstGeom>
          <a:solidFill>
            <a:srgbClr val="F5F7FA">
              <a:alpha val="52155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911590" y="3813939"/>
            <a:ext cx="25577" cy="25577"/>
          </a:xfrm>
          <a:prstGeom prst="ellipse">
            <a:avLst/>
          </a:prstGeom>
          <a:solidFill>
            <a:srgbClr val="F5F7FA">
              <a:alpha val="33643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8573331" y="5310540"/>
            <a:ext cx="21126" cy="21126"/>
          </a:xfrm>
          <a:prstGeom prst="ellipse">
            <a:avLst/>
          </a:prstGeom>
          <a:solidFill>
            <a:srgbClr val="F5F7FA">
              <a:alpha val="51571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003501" y="1783586"/>
            <a:ext cx="15387" cy="15387"/>
          </a:xfrm>
          <a:prstGeom prst="ellipse">
            <a:avLst/>
          </a:prstGeom>
          <a:solidFill>
            <a:srgbClr val="F5F7FA">
              <a:alpha val="42853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3534013" y="2038409"/>
            <a:ext cx="25227" cy="25227"/>
          </a:xfrm>
          <a:prstGeom prst="ellipse">
            <a:avLst/>
          </a:prstGeom>
          <a:solidFill>
            <a:srgbClr val="F5F7FA">
              <a:alpha val="54587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399873" y="910343"/>
            <a:ext cx="26669" cy="26669"/>
          </a:xfrm>
          <a:prstGeom prst="ellipse">
            <a:avLst/>
          </a:prstGeom>
          <a:solidFill>
            <a:srgbClr val="F5F7FA">
              <a:alpha val="37947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0937249" y="1362722"/>
            <a:ext cx="18898" cy="18898"/>
          </a:xfrm>
          <a:prstGeom prst="ellipse">
            <a:avLst/>
          </a:prstGeom>
          <a:solidFill>
            <a:srgbClr val="F5F7FA">
              <a:alpha val="38735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6059525" y="8878"/>
            <a:ext cx="16953" cy="16953"/>
          </a:xfrm>
          <a:prstGeom prst="ellipse">
            <a:avLst/>
          </a:prstGeom>
          <a:solidFill>
            <a:srgbClr val="F5F7FA">
              <a:alpha val="49605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9710972" y="4638146"/>
            <a:ext cx="22458" cy="22458"/>
          </a:xfrm>
          <a:prstGeom prst="ellipse">
            <a:avLst/>
          </a:prstGeom>
          <a:solidFill>
            <a:srgbClr val="F5F7FA">
              <a:alpha val="48953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873125" y="1449858"/>
            <a:ext cx="21800" cy="21800"/>
          </a:xfrm>
          <a:prstGeom prst="ellipse">
            <a:avLst/>
          </a:prstGeom>
          <a:solidFill>
            <a:srgbClr val="F5F7FA">
              <a:alpha val="51469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5424228" y="2297348"/>
            <a:ext cx="28186" cy="28186"/>
          </a:xfrm>
          <a:prstGeom prst="ellipse">
            <a:avLst/>
          </a:prstGeom>
          <a:solidFill>
            <a:srgbClr val="F5F7FA">
              <a:alpha val="30364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1634425" y="491949"/>
            <a:ext cx="19467" cy="19467"/>
          </a:xfrm>
          <a:prstGeom prst="ellipse">
            <a:avLst/>
          </a:prstGeom>
          <a:solidFill>
            <a:srgbClr val="F5F7FA">
              <a:alpha val="26255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3891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04E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· IL PROGETTO · STARLINK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713232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Starlink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7223760" y="47548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04E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@Rosario Floridia &amp; @Felice Russo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06424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15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40080" y="1920240"/>
            <a:ext cx="5394960" cy="3108960"/>
          </a:xfrm>
          <a:prstGeom prst="roundRect">
            <a:avLst>
              <a:gd name="adj" fmla="val 2059"/>
            </a:avLst>
          </a:prstGeom>
          <a:solidFill>
            <a:srgbClr val="12151F"/>
          </a:solidFill>
          <a:ln/>
        </p:spPr>
      </p:sp>
      <p:sp>
        <p:nvSpPr>
          <p:cNvPr id="21" name="Shape 19"/>
          <p:cNvSpPr/>
          <p:nvPr/>
        </p:nvSpPr>
        <p:spPr>
          <a:xfrm>
            <a:off x="640080" y="1920240"/>
            <a:ext cx="5394960" cy="274320"/>
          </a:xfrm>
          <a:prstGeom prst="roundRect">
            <a:avLst>
              <a:gd name="adj" fmla="val 23333"/>
            </a:avLst>
          </a:prstGeom>
          <a:solidFill>
            <a:srgbClr val="1B1F2C"/>
          </a:solidFill>
          <a:ln/>
        </p:spPr>
      </p:sp>
      <p:sp>
        <p:nvSpPr>
          <p:cNvPr id="22" name="Shape 20"/>
          <p:cNvSpPr/>
          <p:nvPr/>
        </p:nvSpPr>
        <p:spPr>
          <a:xfrm>
            <a:off x="640080" y="2130552"/>
            <a:ext cx="5394960" cy="64008"/>
          </a:xfrm>
          <a:prstGeom prst="rect">
            <a:avLst/>
          </a:prstGeom>
          <a:solidFill>
            <a:srgbClr val="1B1F2C"/>
          </a:solidFill>
          <a:ln/>
        </p:spPr>
      </p:sp>
      <p:sp>
        <p:nvSpPr>
          <p:cNvPr id="23" name="Shape 21"/>
          <p:cNvSpPr/>
          <p:nvPr/>
        </p:nvSpPr>
        <p:spPr>
          <a:xfrm>
            <a:off x="786384" y="2016252"/>
            <a:ext cx="82296" cy="82296"/>
          </a:xfrm>
          <a:prstGeom prst="ellipse">
            <a:avLst/>
          </a:prstGeom>
          <a:solidFill>
            <a:srgbClr val="F04E23"/>
          </a:solidFill>
          <a:ln/>
        </p:spPr>
      </p:sp>
      <p:sp>
        <p:nvSpPr>
          <p:cNvPr id="24" name="Shape 22"/>
          <p:cNvSpPr/>
          <p:nvPr/>
        </p:nvSpPr>
        <p:spPr>
          <a:xfrm>
            <a:off x="987552" y="2016252"/>
            <a:ext cx="82296" cy="82296"/>
          </a:xfrm>
          <a:prstGeom prst="ellipse">
            <a:avLst/>
          </a:prstGeom>
          <a:solidFill>
            <a:srgbClr val="3A3F4E"/>
          </a:solidFill>
          <a:ln/>
        </p:spPr>
      </p:sp>
      <p:sp>
        <p:nvSpPr>
          <p:cNvPr id="25" name="Shape 23"/>
          <p:cNvSpPr/>
          <p:nvPr/>
        </p:nvSpPr>
        <p:spPr>
          <a:xfrm>
            <a:off x="1188720" y="2016252"/>
            <a:ext cx="82296" cy="82296"/>
          </a:xfrm>
          <a:prstGeom prst="ellipse">
            <a:avLst/>
          </a:prstGeom>
          <a:solidFill>
            <a:srgbClr val="3A3F4E"/>
          </a:solidFill>
          <a:ln/>
        </p:spPr>
      </p:sp>
      <p:sp>
        <p:nvSpPr>
          <p:cNvPr id="26" name="Shape 24"/>
          <p:cNvSpPr/>
          <p:nvPr/>
        </p:nvSpPr>
        <p:spPr>
          <a:xfrm>
            <a:off x="877824" y="2377440"/>
            <a:ext cx="4919472" cy="1119226"/>
          </a:xfrm>
          <a:prstGeom prst="roundRect">
            <a:avLst>
              <a:gd name="adj" fmla="val 3268"/>
            </a:avLst>
          </a:prstGeom>
          <a:solidFill>
            <a:srgbClr val="F04E23">
              <a:alpha val="2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877824" y="3642970"/>
            <a:ext cx="1548384" cy="497434"/>
          </a:xfrm>
          <a:prstGeom prst="roundRect">
            <a:avLst>
              <a:gd name="adj" fmla="val 5515"/>
            </a:avLst>
          </a:prstGeom>
          <a:solidFill>
            <a:srgbClr val="1B1F2C"/>
          </a:solidFill>
          <a:ln/>
        </p:spPr>
      </p:sp>
      <p:sp>
        <p:nvSpPr>
          <p:cNvPr id="28" name="Shape 26"/>
          <p:cNvSpPr/>
          <p:nvPr/>
        </p:nvSpPr>
        <p:spPr>
          <a:xfrm>
            <a:off x="2563368" y="3642970"/>
            <a:ext cx="1548384" cy="497434"/>
          </a:xfrm>
          <a:prstGeom prst="roundRect">
            <a:avLst>
              <a:gd name="adj" fmla="val 5515"/>
            </a:avLst>
          </a:prstGeom>
          <a:solidFill>
            <a:srgbClr val="1B1F2C"/>
          </a:solidFill>
          <a:ln/>
        </p:spPr>
      </p:sp>
      <p:sp>
        <p:nvSpPr>
          <p:cNvPr id="29" name="Shape 27"/>
          <p:cNvSpPr/>
          <p:nvPr/>
        </p:nvSpPr>
        <p:spPr>
          <a:xfrm>
            <a:off x="4248912" y="3642970"/>
            <a:ext cx="1548384" cy="497434"/>
          </a:xfrm>
          <a:prstGeom prst="roundRect">
            <a:avLst>
              <a:gd name="adj" fmla="val 5515"/>
            </a:avLst>
          </a:prstGeom>
          <a:solidFill>
            <a:srgbClr val="1B1F2C"/>
          </a:solidFill>
          <a:ln/>
        </p:spPr>
      </p:sp>
      <p:sp>
        <p:nvSpPr>
          <p:cNvPr id="30" name="Shape 28"/>
          <p:cNvSpPr/>
          <p:nvPr/>
        </p:nvSpPr>
        <p:spPr>
          <a:xfrm>
            <a:off x="877824" y="4286707"/>
            <a:ext cx="4919472" cy="201168"/>
          </a:xfrm>
          <a:prstGeom prst="roundRect">
            <a:avLst>
              <a:gd name="adj" fmla="val 13636"/>
            </a:avLst>
          </a:prstGeom>
          <a:solidFill>
            <a:srgbClr val="1B1F2C"/>
          </a:solidFill>
          <a:ln/>
        </p:spPr>
      </p:sp>
      <p:sp>
        <p:nvSpPr>
          <p:cNvPr id="31" name="Shape 29"/>
          <p:cNvSpPr/>
          <p:nvPr/>
        </p:nvSpPr>
        <p:spPr>
          <a:xfrm>
            <a:off x="6400800" y="1965960"/>
            <a:ext cx="411480" cy="411480"/>
          </a:xfrm>
          <a:prstGeom prst="ellipse">
            <a:avLst/>
          </a:prstGeom>
          <a:solidFill>
            <a:srgbClr val="F04E23"/>
          </a:solidFill>
          <a:ln/>
        </p:spPr>
      </p:sp>
      <p:pic>
        <p:nvPicPr>
          <p:cNvPr id="3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9555" y="2064715"/>
            <a:ext cx="213970" cy="213970"/>
          </a:xfrm>
          <a:prstGeom prst="rect">
            <a:avLst/>
          </a:prstGeom>
        </p:spPr>
      </p:pic>
      <p:sp>
        <p:nvSpPr>
          <p:cNvPr id="33" name="Text 30"/>
          <p:cNvSpPr/>
          <p:nvPr/>
        </p:nvSpPr>
        <p:spPr>
          <a:xfrm>
            <a:off x="7040880" y="1938528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Landing page</a:t>
            </a:r>
            <a:endParaRPr lang="en-US" sz="1500" dirty="0"/>
          </a:p>
        </p:txBody>
      </p:sp>
      <p:sp>
        <p:nvSpPr>
          <p:cNvPr id="34" name="Shape 31"/>
          <p:cNvSpPr/>
          <p:nvPr/>
        </p:nvSpPr>
        <p:spPr>
          <a:xfrm>
            <a:off x="6400800" y="2587752"/>
            <a:ext cx="411480" cy="411480"/>
          </a:xfrm>
          <a:prstGeom prst="ellipse">
            <a:avLst/>
          </a:prstGeom>
          <a:solidFill>
            <a:srgbClr val="F04E23"/>
          </a:solidFill>
          <a:ln/>
        </p:spPr>
      </p:sp>
      <p:pic>
        <p:nvPicPr>
          <p:cNvPr id="3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9555" y="2686507"/>
            <a:ext cx="213970" cy="213970"/>
          </a:xfrm>
          <a:prstGeom prst="rect">
            <a:avLst/>
          </a:prstGeom>
        </p:spPr>
      </p:pic>
      <p:sp>
        <p:nvSpPr>
          <p:cNvPr id="36" name="Text 32"/>
          <p:cNvSpPr/>
          <p:nvPr/>
        </p:nvSpPr>
        <p:spPr>
          <a:xfrm>
            <a:off x="7040880" y="256032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Responsive</a:t>
            </a:r>
            <a:endParaRPr lang="en-US" sz="1500" dirty="0"/>
          </a:p>
        </p:txBody>
      </p:sp>
      <p:sp>
        <p:nvSpPr>
          <p:cNvPr id="37" name="Shape 33"/>
          <p:cNvSpPr/>
          <p:nvPr/>
        </p:nvSpPr>
        <p:spPr>
          <a:xfrm>
            <a:off x="6400800" y="3209544"/>
            <a:ext cx="411480" cy="411480"/>
          </a:xfrm>
          <a:prstGeom prst="ellipse">
            <a:avLst/>
          </a:prstGeom>
          <a:solidFill>
            <a:srgbClr val="F04E23"/>
          </a:solidFill>
          <a:ln/>
        </p:spPr>
      </p:sp>
      <p:pic>
        <p:nvPicPr>
          <p:cNvPr id="3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9555" y="3308299"/>
            <a:ext cx="213970" cy="213970"/>
          </a:xfrm>
          <a:prstGeom prst="rect">
            <a:avLst/>
          </a:prstGeom>
        </p:spPr>
      </p:pic>
      <p:sp>
        <p:nvSpPr>
          <p:cNvPr id="39" name="Text 34"/>
          <p:cNvSpPr/>
          <p:nvPr/>
        </p:nvSpPr>
        <p:spPr>
          <a:xfrm>
            <a:off x="7040880" y="3182112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Effetti grafici</a:t>
            </a:r>
            <a:endParaRPr lang="en-US" sz="1500" dirty="0"/>
          </a:p>
        </p:txBody>
      </p:sp>
      <p:sp>
        <p:nvSpPr>
          <p:cNvPr id="40" name="Shape 35"/>
          <p:cNvSpPr/>
          <p:nvPr/>
        </p:nvSpPr>
        <p:spPr>
          <a:xfrm>
            <a:off x="6400800" y="3831336"/>
            <a:ext cx="411480" cy="411480"/>
          </a:xfrm>
          <a:prstGeom prst="ellipse">
            <a:avLst/>
          </a:prstGeom>
          <a:solidFill>
            <a:srgbClr val="F04E23"/>
          </a:solidFill>
          <a:ln/>
        </p:spPr>
      </p:sp>
      <p:pic>
        <p:nvPicPr>
          <p:cNvPr id="4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9555" y="3930091"/>
            <a:ext cx="213970" cy="213970"/>
          </a:xfrm>
          <a:prstGeom prst="rect">
            <a:avLst/>
          </a:prstGeom>
        </p:spPr>
      </p:pic>
      <p:sp>
        <p:nvSpPr>
          <p:cNvPr id="42" name="Text 36"/>
          <p:cNvSpPr/>
          <p:nvPr/>
        </p:nvSpPr>
        <p:spPr>
          <a:xfrm>
            <a:off x="7040880" y="3803904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Organizzazione della pagina</a:t>
            </a:r>
            <a:endParaRPr lang="en-US" sz="1500" dirty="0"/>
          </a:p>
        </p:txBody>
      </p:sp>
      <p:sp>
        <p:nvSpPr>
          <p:cNvPr id="43" name="Shape 37"/>
          <p:cNvSpPr/>
          <p:nvPr/>
        </p:nvSpPr>
        <p:spPr>
          <a:xfrm>
            <a:off x="640080" y="5257800"/>
            <a:ext cx="5394960" cy="1051560"/>
          </a:xfrm>
          <a:prstGeom prst="roundRect">
            <a:avLst>
              <a:gd name="adj" fmla="val 6957"/>
            </a:avLst>
          </a:prstGeom>
          <a:solidFill>
            <a:srgbClr val="12151F"/>
          </a:solidFill>
          <a:ln/>
        </p:spPr>
      </p:sp>
      <p:sp>
        <p:nvSpPr>
          <p:cNvPr id="44" name="Shape 38"/>
          <p:cNvSpPr/>
          <p:nvPr/>
        </p:nvSpPr>
        <p:spPr>
          <a:xfrm>
            <a:off x="914400" y="5554980"/>
            <a:ext cx="457200" cy="457200"/>
          </a:xfrm>
          <a:prstGeom prst="ellipse">
            <a:avLst/>
          </a:prstGeom>
          <a:solidFill>
            <a:srgbClr val="F04E23"/>
          </a:solidFill>
          <a:ln/>
        </p:spPr>
      </p:sp>
      <p:pic>
        <p:nvPicPr>
          <p:cNvPr id="4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4128" y="5664708"/>
            <a:ext cx="237744" cy="237744"/>
          </a:xfrm>
          <a:prstGeom prst="rect">
            <a:avLst/>
          </a:prstGeom>
        </p:spPr>
      </p:pic>
      <p:sp>
        <p:nvSpPr>
          <p:cNvPr id="46" name="Text 39"/>
          <p:cNvSpPr/>
          <p:nvPr/>
        </p:nvSpPr>
        <p:spPr>
          <a:xfrm>
            <a:off x="1600200" y="5385816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Componenti principali</a:t>
            </a:r>
            <a:endParaRPr lang="en-US" sz="1400" dirty="0"/>
          </a:p>
        </p:txBody>
      </p:sp>
      <p:sp>
        <p:nvSpPr>
          <p:cNvPr id="47" name="Text 40"/>
          <p:cNvSpPr/>
          <p:nvPr/>
        </p:nvSpPr>
        <p:spPr>
          <a:xfrm>
            <a:off x="1600200" y="5678424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componenti chiave da presentare durante l'esposizione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575316" y="6708158"/>
            <a:ext cx="29115" cy="29115"/>
          </a:xfrm>
          <a:prstGeom prst="ellipse">
            <a:avLst/>
          </a:prstGeom>
          <a:solidFill>
            <a:srgbClr val="F5F7FA">
              <a:alpha val="5227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967857" y="5192036"/>
            <a:ext cx="25765" cy="25765"/>
          </a:xfrm>
          <a:prstGeom prst="ellipse">
            <a:avLst/>
          </a:prstGeom>
          <a:solidFill>
            <a:srgbClr val="F5F7FA">
              <a:alpha val="35882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718463" y="3393693"/>
            <a:ext cx="26410" cy="26410"/>
          </a:xfrm>
          <a:prstGeom prst="ellipse">
            <a:avLst/>
          </a:prstGeom>
          <a:solidFill>
            <a:srgbClr val="F5F7FA">
              <a:alpha val="45132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515808" y="6816460"/>
            <a:ext cx="27191" cy="27191"/>
          </a:xfrm>
          <a:prstGeom prst="ellipse">
            <a:avLst/>
          </a:prstGeom>
          <a:solidFill>
            <a:srgbClr val="F5F7FA">
              <a:alpha val="35081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660923" y="6231672"/>
            <a:ext cx="25466" cy="25466"/>
          </a:xfrm>
          <a:prstGeom prst="ellipse">
            <a:avLst/>
          </a:prstGeom>
          <a:solidFill>
            <a:srgbClr val="F5F7FA">
              <a:alpha val="32088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9776456" y="4348662"/>
            <a:ext cx="28956" cy="28956"/>
          </a:xfrm>
          <a:prstGeom prst="ellipse">
            <a:avLst/>
          </a:prstGeom>
          <a:solidFill>
            <a:srgbClr val="F5F7FA">
              <a:alpha val="2103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068654" y="5908763"/>
            <a:ext cx="26486" cy="26486"/>
          </a:xfrm>
          <a:prstGeom prst="ellipse">
            <a:avLst/>
          </a:prstGeom>
          <a:solidFill>
            <a:srgbClr val="F5F7FA">
              <a:alpha val="54189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8675608" y="5493309"/>
            <a:ext cx="19071" cy="19071"/>
          </a:xfrm>
          <a:prstGeom prst="ellipse">
            <a:avLst/>
          </a:prstGeom>
          <a:solidFill>
            <a:srgbClr val="F5F7FA">
              <a:alpha val="21813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3609741" y="477632"/>
            <a:ext cx="29064" cy="29064"/>
          </a:xfrm>
          <a:prstGeom prst="ellipse">
            <a:avLst/>
          </a:prstGeom>
          <a:solidFill>
            <a:srgbClr val="F5F7FA">
              <a:alpha val="29335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6169955" y="1699066"/>
            <a:ext cx="21513" cy="21513"/>
          </a:xfrm>
          <a:prstGeom prst="ellipse">
            <a:avLst/>
          </a:prstGeom>
          <a:solidFill>
            <a:srgbClr val="F5F7FA">
              <a:alpha val="5126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756319" y="690945"/>
            <a:ext cx="17553" cy="17553"/>
          </a:xfrm>
          <a:prstGeom prst="ellipse">
            <a:avLst/>
          </a:prstGeom>
          <a:solidFill>
            <a:srgbClr val="F5F7FA">
              <a:alpha val="51724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0537810" y="3210601"/>
            <a:ext cx="21246" cy="21246"/>
          </a:xfrm>
          <a:prstGeom prst="ellipse">
            <a:avLst/>
          </a:prstGeom>
          <a:solidFill>
            <a:srgbClr val="F5F7FA">
              <a:alpha val="46714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755814" y="5617369"/>
            <a:ext cx="23246" cy="23246"/>
          </a:xfrm>
          <a:prstGeom prst="ellipse">
            <a:avLst/>
          </a:prstGeom>
          <a:solidFill>
            <a:srgbClr val="F5F7FA">
              <a:alpha val="3796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5222548" y="3254581"/>
            <a:ext cx="15425" cy="15425"/>
          </a:xfrm>
          <a:prstGeom prst="ellipse">
            <a:avLst/>
          </a:prstGeom>
          <a:solidFill>
            <a:srgbClr val="F5F7FA">
              <a:alpha val="28486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3891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04E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· IL PROGETTO · SHOP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713232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SpaceXAI Shop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7223760" y="47548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04E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@Nicolau A. L. Benedito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06424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15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40080" y="2011680"/>
            <a:ext cx="411480" cy="411480"/>
          </a:xfrm>
          <a:prstGeom prst="ellipse">
            <a:avLst/>
          </a:prstGeom>
          <a:solidFill>
            <a:srgbClr val="F04E23"/>
          </a:solidFill>
          <a:ln/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8835" y="2110435"/>
            <a:ext cx="213970" cy="21397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1280160" y="1984248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Catalogo prodotti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4343400" y="2011680"/>
            <a:ext cx="411480" cy="411480"/>
          </a:xfrm>
          <a:prstGeom prst="ellipse">
            <a:avLst/>
          </a:prstGeom>
          <a:solidFill>
            <a:srgbClr val="F04E23"/>
          </a:solidFill>
          <a:ln/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2155" y="2110435"/>
            <a:ext cx="213970" cy="21397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4983480" y="1984248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Details</a:t>
            </a:r>
            <a:endParaRPr lang="en-US" sz="1400" dirty="0"/>
          </a:p>
        </p:txBody>
      </p:sp>
      <p:sp>
        <p:nvSpPr>
          <p:cNvPr id="26" name="Shape 22"/>
          <p:cNvSpPr/>
          <p:nvPr/>
        </p:nvSpPr>
        <p:spPr>
          <a:xfrm>
            <a:off x="8046720" y="2011680"/>
            <a:ext cx="411480" cy="411480"/>
          </a:xfrm>
          <a:prstGeom prst="ellipse">
            <a:avLst/>
          </a:prstGeom>
          <a:solidFill>
            <a:srgbClr val="F04E23"/>
          </a:solidFill>
          <a:ln/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5475" y="2110435"/>
            <a:ext cx="213970" cy="21397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8686800" y="1984248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Varianti</a:t>
            </a:r>
            <a:endParaRPr lang="en-US" sz="1400" dirty="0"/>
          </a:p>
        </p:txBody>
      </p:sp>
      <p:sp>
        <p:nvSpPr>
          <p:cNvPr id="29" name="Shape 24"/>
          <p:cNvSpPr/>
          <p:nvPr/>
        </p:nvSpPr>
        <p:spPr>
          <a:xfrm>
            <a:off x="640080" y="2880360"/>
            <a:ext cx="411480" cy="411480"/>
          </a:xfrm>
          <a:prstGeom prst="ellipse">
            <a:avLst/>
          </a:prstGeom>
          <a:solidFill>
            <a:srgbClr val="F04E23"/>
          </a:solidFill>
          <a:ln/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835" y="2979115"/>
            <a:ext cx="213970" cy="21397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1280160" y="2852928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Carrello</a:t>
            </a:r>
            <a:endParaRPr lang="en-US" sz="1400" dirty="0"/>
          </a:p>
        </p:txBody>
      </p:sp>
      <p:sp>
        <p:nvSpPr>
          <p:cNvPr id="32" name="Shape 26"/>
          <p:cNvSpPr/>
          <p:nvPr/>
        </p:nvSpPr>
        <p:spPr>
          <a:xfrm>
            <a:off x="4343400" y="2880360"/>
            <a:ext cx="411480" cy="411480"/>
          </a:xfrm>
          <a:prstGeom prst="ellipse">
            <a:avLst/>
          </a:prstGeom>
          <a:solidFill>
            <a:srgbClr val="F04E23"/>
          </a:solidFill>
          <a:ln/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2155" y="2979115"/>
            <a:ext cx="213970" cy="213970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4983480" y="2852928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Responsive</a:t>
            </a:r>
            <a:endParaRPr lang="en-US" sz="1400" dirty="0"/>
          </a:p>
        </p:txBody>
      </p:sp>
      <p:sp>
        <p:nvSpPr>
          <p:cNvPr id="35" name="Shape 28"/>
          <p:cNvSpPr/>
          <p:nvPr/>
        </p:nvSpPr>
        <p:spPr>
          <a:xfrm>
            <a:off x="8046720" y="2880360"/>
            <a:ext cx="411480" cy="411480"/>
          </a:xfrm>
          <a:prstGeom prst="ellipse">
            <a:avLst/>
          </a:prstGeom>
          <a:solidFill>
            <a:srgbClr val="F04E23"/>
          </a:solidFill>
          <a:ln/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45475" y="2979115"/>
            <a:ext cx="213970" cy="213970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8686800" y="2852928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Hover Images</a:t>
            </a:r>
            <a:endParaRPr lang="en-US" sz="1400" dirty="0"/>
          </a:p>
        </p:txBody>
      </p:sp>
      <p:sp>
        <p:nvSpPr>
          <p:cNvPr id="38" name="Shape 30"/>
          <p:cNvSpPr/>
          <p:nvPr/>
        </p:nvSpPr>
        <p:spPr>
          <a:xfrm>
            <a:off x="640080" y="3749040"/>
            <a:ext cx="411480" cy="411480"/>
          </a:xfrm>
          <a:prstGeom prst="ellipse">
            <a:avLst/>
          </a:prstGeom>
          <a:solidFill>
            <a:srgbClr val="F04E23"/>
          </a:solidFill>
          <a:ln/>
        </p:spPr>
      </p:sp>
      <p:pic>
        <p:nvPicPr>
          <p:cNvPr id="3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8835" y="3847795"/>
            <a:ext cx="213970" cy="213970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1280160" y="3721608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Componentizzazione</a:t>
            </a:r>
            <a:endParaRPr lang="en-US" sz="1400" dirty="0"/>
          </a:p>
        </p:txBody>
      </p:sp>
      <p:sp>
        <p:nvSpPr>
          <p:cNvPr id="41" name="Shape 32"/>
          <p:cNvSpPr/>
          <p:nvPr/>
        </p:nvSpPr>
        <p:spPr>
          <a:xfrm>
            <a:off x="640080" y="5074920"/>
            <a:ext cx="10881360" cy="1234440"/>
          </a:xfrm>
          <a:prstGeom prst="roundRect">
            <a:avLst>
              <a:gd name="adj" fmla="val 5926"/>
            </a:avLst>
          </a:prstGeom>
          <a:solidFill>
            <a:srgbClr val="12151F"/>
          </a:solidFill>
          <a:ln/>
        </p:spPr>
      </p:sp>
      <p:sp>
        <p:nvSpPr>
          <p:cNvPr id="42" name="Shape 33"/>
          <p:cNvSpPr/>
          <p:nvPr/>
        </p:nvSpPr>
        <p:spPr>
          <a:xfrm>
            <a:off x="914400" y="5463540"/>
            <a:ext cx="457200" cy="457200"/>
          </a:xfrm>
          <a:prstGeom prst="ellipse">
            <a:avLst/>
          </a:prstGeom>
          <a:solidFill>
            <a:srgbClr val="F04E23"/>
          </a:solidFill>
          <a:ln/>
        </p:spPr>
      </p:sp>
      <p:pic>
        <p:nvPicPr>
          <p:cNvPr id="4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4128" y="5573268"/>
            <a:ext cx="237744" cy="237744"/>
          </a:xfrm>
          <a:prstGeom prst="rect">
            <a:avLst/>
          </a:prstGeom>
        </p:spPr>
      </p:pic>
      <p:sp>
        <p:nvSpPr>
          <p:cNvPr id="44" name="Text 34"/>
          <p:cNvSpPr/>
          <p:nvPr/>
        </p:nvSpPr>
        <p:spPr>
          <a:xfrm>
            <a:off x="1600200" y="5202936"/>
            <a:ext cx="9646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Sfide tecniche principali</a:t>
            </a:r>
            <a:endParaRPr lang="en-US" sz="1400" dirty="0"/>
          </a:p>
        </p:txBody>
      </p:sp>
      <p:sp>
        <p:nvSpPr>
          <p:cNvPr id="45" name="Text 35"/>
          <p:cNvSpPr/>
          <p:nvPr/>
        </p:nvSpPr>
        <p:spPr>
          <a:xfrm>
            <a:off x="1600200" y="5495544"/>
            <a:ext cx="9646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principali difficoltà tecniche affrontate nello sviluppo del catalogo, delle varianti prodotto e del carrello.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02785" y="5794845"/>
            <a:ext cx="18283" cy="18283"/>
          </a:xfrm>
          <a:prstGeom prst="ellipse">
            <a:avLst/>
          </a:prstGeom>
          <a:solidFill>
            <a:srgbClr val="F5F7FA">
              <a:alpha val="24434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48774" y="3975335"/>
            <a:ext cx="23755" cy="23755"/>
          </a:xfrm>
          <a:prstGeom prst="ellipse">
            <a:avLst/>
          </a:prstGeom>
          <a:solidFill>
            <a:srgbClr val="F5F7FA">
              <a:alpha val="28606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917757" y="1788936"/>
            <a:ext cx="19608" cy="19608"/>
          </a:xfrm>
          <a:prstGeom prst="ellipse">
            <a:avLst/>
          </a:prstGeom>
          <a:solidFill>
            <a:srgbClr val="F5F7FA">
              <a:alpha val="38108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28331" y="2960981"/>
            <a:ext cx="28805" cy="28805"/>
          </a:xfrm>
          <a:prstGeom prst="ellipse">
            <a:avLst/>
          </a:prstGeom>
          <a:solidFill>
            <a:srgbClr val="F5F7FA">
              <a:alpha val="3652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2748514" y="294805"/>
            <a:ext cx="13347" cy="13347"/>
          </a:xfrm>
          <a:prstGeom prst="ellipse">
            <a:avLst/>
          </a:prstGeom>
          <a:solidFill>
            <a:srgbClr val="F5F7FA">
              <a:alpha val="47606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357716" y="55739"/>
            <a:ext cx="26066" cy="26066"/>
          </a:xfrm>
          <a:prstGeom prst="ellipse">
            <a:avLst/>
          </a:prstGeom>
          <a:solidFill>
            <a:srgbClr val="F5F7FA">
              <a:alpha val="34207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0603294" y="2921118"/>
            <a:ext cx="27744" cy="27744"/>
          </a:xfrm>
          <a:prstGeom prst="ellipse">
            <a:avLst/>
          </a:prstGeom>
          <a:solidFill>
            <a:srgbClr val="F5F7FA">
              <a:alpha val="53791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5951343" y="3218274"/>
            <a:ext cx="27932" cy="27932"/>
          </a:xfrm>
          <a:prstGeom prst="ellipse">
            <a:avLst/>
          </a:prstGeom>
          <a:solidFill>
            <a:srgbClr val="F5F7FA">
              <a:alpha val="4068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8473928" y="6450542"/>
            <a:ext cx="22769" cy="22769"/>
          </a:xfrm>
          <a:prstGeom prst="ellipse">
            <a:avLst/>
          </a:prstGeom>
          <a:solidFill>
            <a:srgbClr val="F5F7FA">
              <a:alpha val="54935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6280385" y="3389254"/>
            <a:ext cx="26073" cy="26073"/>
          </a:xfrm>
          <a:prstGeom prst="ellipse">
            <a:avLst/>
          </a:prstGeom>
          <a:solidFill>
            <a:srgbClr val="F5F7FA">
              <a:alpha val="52914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5993362" y="3601744"/>
            <a:ext cx="29106" cy="29106"/>
          </a:xfrm>
          <a:prstGeom prst="ellipse">
            <a:avLst/>
          </a:prstGeom>
          <a:solidFill>
            <a:srgbClr val="F5F7FA">
              <a:alpha val="54494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7010800" y="4971344"/>
            <a:ext cx="20693" cy="20693"/>
          </a:xfrm>
          <a:prstGeom prst="ellipse">
            <a:avLst/>
          </a:prstGeom>
          <a:solidFill>
            <a:srgbClr val="F5F7FA">
              <a:alpha val="41959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8279095" y="2079390"/>
            <a:ext cx="18307" cy="18307"/>
          </a:xfrm>
          <a:prstGeom prst="ellipse">
            <a:avLst/>
          </a:prstGeom>
          <a:solidFill>
            <a:srgbClr val="F5F7FA">
              <a:alpha val="45556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1002367" y="6017213"/>
            <a:ext cx="27842" cy="27842"/>
          </a:xfrm>
          <a:prstGeom prst="ellipse">
            <a:avLst/>
          </a:prstGeom>
          <a:solidFill>
            <a:srgbClr val="F5F7FA">
              <a:alpha val="30716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3891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04E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· CONCLUSIONI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713232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Conclusioni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7223760" y="47548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04E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Tutti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223760" y="75895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minuti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106424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15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40080" y="1965960"/>
            <a:ext cx="5257800" cy="1828800"/>
          </a:xfrm>
          <a:prstGeom prst="roundRect">
            <a:avLst>
              <a:gd name="adj" fmla="val 4000"/>
            </a:avLst>
          </a:prstGeom>
          <a:solidFill>
            <a:srgbClr val="12151F"/>
          </a:solidFill>
          <a:ln/>
        </p:spPr>
      </p:sp>
      <p:sp>
        <p:nvSpPr>
          <p:cNvPr id="22" name="Shape 20"/>
          <p:cNvSpPr/>
          <p:nvPr/>
        </p:nvSpPr>
        <p:spPr>
          <a:xfrm>
            <a:off x="914400" y="2240280"/>
            <a:ext cx="548640" cy="548640"/>
          </a:xfrm>
          <a:prstGeom prst="ellipse">
            <a:avLst/>
          </a:prstGeom>
          <a:solidFill>
            <a:srgbClr val="F04E23"/>
          </a:solidFill>
          <a:ln/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6074" y="2371954"/>
            <a:ext cx="285293" cy="285293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914400" y="292608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Parte più difficile</a:t>
            </a:r>
            <a:endParaRPr lang="en-US" sz="1550" dirty="0"/>
          </a:p>
        </p:txBody>
      </p:sp>
      <p:sp>
        <p:nvSpPr>
          <p:cNvPr id="25" name="Text 22"/>
          <p:cNvSpPr/>
          <p:nvPr/>
        </p:nvSpPr>
        <p:spPr>
          <a:xfrm>
            <a:off x="914400" y="3264408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Cosa ha rappresentato la sfida maggiore per ognuno di noi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6263640" y="1965960"/>
            <a:ext cx="5257800" cy="1828800"/>
          </a:xfrm>
          <a:prstGeom prst="roundRect">
            <a:avLst>
              <a:gd name="adj" fmla="val 4000"/>
            </a:avLst>
          </a:prstGeom>
          <a:solidFill>
            <a:srgbClr val="12151F"/>
          </a:solidFill>
          <a:ln/>
        </p:spPr>
      </p:sp>
      <p:sp>
        <p:nvSpPr>
          <p:cNvPr id="27" name="Shape 24"/>
          <p:cNvSpPr/>
          <p:nvPr/>
        </p:nvSpPr>
        <p:spPr>
          <a:xfrm>
            <a:off x="6537960" y="2240280"/>
            <a:ext cx="548640" cy="548640"/>
          </a:xfrm>
          <a:prstGeom prst="ellipse">
            <a:avLst/>
          </a:prstGeom>
          <a:solidFill>
            <a:srgbClr val="F04E23"/>
          </a:solidFill>
          <a:ln/>
        </p:spPr>
      </p:sp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9634" y="2371954"/>
            <a:ext cx="285293" cy="285293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6537960" y="292608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Parte preferita</a:t>
            </a:r>
            <a:endParaRPr lang="en-US" sz="1550" dirty="0"/>
          </a:p>
        </p:txBody>
      </p:sp>
      <p:sp>
        <p:nvSpPr>
          <p:cNvPr id="30" name="Text 26"/>
          <p:cNvSpPr/>
          <p:nvPr/>
        </p:nvSpPr>
        <p:spPr>
          <a:xfrm>
            <a:off x="6537960" y="3264408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Quale aspetto del progetto ci è piaciuto di più realizzare</a:t>
            </a:r>
            <a:endParaRPr lang="en-US" sz="1100" dirty="0"/>
          </a:p>
        </p:txBody>
      </p:sp>
      <p:sp>
        <p:nvSpPr>
          <p:cNvPr id="31" name="Shape 27"/>
          <p:cNvSpPr/>
          <p:nvPr/>
        </p:nvSpPr>
        <p:spPr>
          <a:xfrm>
            <a:off x="640080" y="4114800"/>
            <a:ext cx="5257800" cy="1828800"/>
          </a:xfrm>
          <a:prstGeom prst="roundRect">
            <a:avLst>
              <a:gd name="adj" fmla="val 4000"/>
            </a:avLst>
          </a:prstGeom>
          <a:solidFill>
            <a:srgbClr val="12151F"/>
          </a:solidFill>
          <a:ln/>
        </p:spPr>
      </p:sp>
      <p:sp>
        <p:nvSpPr>
          <p:cNvPr id="32" name="Shape 28"/>
          <p:cNvSpPr/>
          <p:nvPr/>
        </p:nvSpPr>
        <p:spPr>
          <a:xfrm>
            <a:off x="914400" y="4389120"/>
            <a:ext cx="548640" cy="548640"/>
          </a:xfrm>
          <a:prstGeom prst="ellipse">
            <a:avLst/>
          </a:prstGeom>
          <a:solidFill>
            <a:srgbClr val="F04E23"/>
          </a:solidFill>
          <a:ln/>
        </p:spPr>
      </p:sp>
      <p:pic>
        <p:nvPicPr>
          <p:cNvPr id="3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074" y="4520794"/>
            <a:ext cx="285293" cy="285293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914400" y="507492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Cosa abbiamo imparato</a:t>
            </a:r>
            <a:endParaRPr lang="en-US" sz="1550" dirty="0"/>
          </a:p>
        </p:txBody>
      </p:sp>
      <p:sp>
        <p:nvSpPr>
          <p:cNvPr id="35" name="Text 30"/>
          <p:cNvSpPr/>
          <p:nvPr/>
        </p:nvSpPr>
        <p:spPr>
          <a:xfrm>
            <a:off x="914400" y="5413248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competenze acquisite durante lo sviluppo del progetto</a:t>
            </a:r>
            <a:endParaRPr lang="en-US" sz="1100" dirty="0"/>
          </a:p>
        </p:txBody>
      </p:sp>
      <p:sp>
        <p:nvSpPr>
          <p:cNvPr id="36" name="Shape 31"/>
          <p:cNvSpPr/>
          <p:nvPr/>
        </p:nvSpPr>
        <p:spPr>
          <a:xfrm>
            <a:off x="6263640" y="4114800"/>
            <a:ext cx="5257800" cy="1828800"/>
          </a:xfrm>
          <a:prstGeom prst="roundRect">
            <a:avLst>
              <a:gd name="adj" fmla="val 4000"/>
            </a:avLst>
          </a:prstGeom>
          <a:solidFill>
            <a:srgbClr val="12151F"/>
          </a:solidFill>
          <a:ln/>
        </p:spPr>
      </p:sp>
      <p:sp>
        <p:nvSpPr>
          <p:cNvPr id="37" name="Shape 32"/>
          <p:cNvSpPr/>
          <p:nvPr/>
        </p:nvSpPr>
        <p:spPr>
          <a:xfrm>
            <a:off x="6537960" y="4389120"/>
            <a:ext cx="548640" cy="548640"/>
          </a:xfrm>
          <a:prstGeom prst="ellipse">
            <a:avLst/>
          </a:prstGeom>
          <a:solidFill>
            <a:srgbClr val="F04E23"/>
          </a:solidFill>
          <a:ln/>
        </p:spPr>
      </p:sp>
      <p:pic>
        <p:nvPicPr>
          <p:cNvPr id="3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9634" y="4520794"/>
            <a:ext cx="285293" cy="285293"/>
          </a:xfrm>
          <a:prstGeom prst="rect">
            <a:avLst/>
          </a:prstGeom>
        </p:spPr>
      </p:pic>
      <p:sp>
        <p:nvSpPr>
          <p:cNvPr id="39" name="Text 33"/>
          <p:cNvSpPr/>
          <p:nvPr/>
        </p:nvSpPr>
        <p:spPr>
          <a:xfrm>
            <a:off x="6537960" y="507492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Cosa miglioreremmo</a:t>
            </a:r>
            <a:endParaRPr lang="en-US" sz="1550" dirty="0"/>
          </a:p>
        </p:txBody>
      </p:sp>
      <p:sp>
        <p:nvSpPr>
          <p:cNvPr id="40" name="Text 34"/>
          <p:cNvSpPr/>
          <p:nvPr/>
        </p:nvSpPr>
        <p:spPr>
          <a:xfrm>
            <a:off x="6537960" y="5413248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Cosa faremmo diversamente in un progetto futuro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27895" y="4693973"/>
            <a:ext cx="17754" cy="17754"/>
          </a:xfrm>
          <a:prstGeom prst="ellipse">
            <a:avLst/>
          </a:prstGeom>
          <a:solidFill>
            <a:srgbClr val="F5F7FA">
              <a:alpha val="35219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523490" y="3728185"/>
            <a:ext cx="20600" cy="20600"/>
          </a:xfrm>
          <a:prstGeom prst="ellipse">
            <a:avLst/>
          </a:prstGeom>
          <a:solidFill>
            <a:srgbClr val="F5F7FA">
              <a:alpha val="45837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770012" y="3750175"/>
            <a:ext cx="17690" cy="17690"/>
          </a:xfrm>
          <a:prstGeom prst="ellipse">
            <a:avLst/>
          </a:prstGeom>
          <a:solidFill>
            <a:srgbClr val="F5F7FA">
              <a:alpha val="36723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2448791" y="2643276"/>
            <a:ext cx="14305" cy="14305"/>
          </a:xfrm>
          <a:prstGeom prst="ellipse">
            <a:avLst/>
          </a:prstGeom>
          <a:solidFill>
            <a:srgbClr val="F5F7FA">
              <a:alpha val="2516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06226" y="1846821"/>
            <a:ext cx="27922" cy="27922"/>
          </a:xfrm>
          <a:prstGeom prst="ellipse">
            <a:avLst/>
          </a:prstGeom>
          <a:solidFill>
            <a:srgbClr val="F5F7FA">
              <a:alpha val="41396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763043" y="5594144"/>
            <a:ext cx="15054" cy="15054"/>
          </a:xfrm>
          <a:prstGeom prst="ellipse">
            <a:avLst/>
          </a:prstGeom>
          <a:solidFill>
            <a:srgbClr val="F5F7FA">
              <a:alpha val="50862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709839" y="4148578"/>
            <a:ext cx="23049" cy="23049"/>
          </a:xfrm>
          <a:prstGeom prst="ellipse">
            <a:avLst/>
          </a:prstGeom>
          <a:solidFill>
            <a:srgbClr val="F5F7FA">
              <a:alpha val="28064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2554988" y="2759457"/>
            <a:ext cx="23660" cy="23660"/>
          </a:xfrm>
          <a:prstGeom prst="ellipse">
            <a:avLst/>
          </a:prstGeom>
          <a:solidFill>
            <a:srgbClr val="F5F7FA">
              <a:alpha val="42139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0659162" y="326114"/>
            <a:ext cx="20953" cy="20953"/>
          </a:xfrm>
          <a:prstGeom prst="ellipse">
            <a:avLst/>
          </a:prstGeom>
          <a:solidFill>
            <a:srgbClr val="F5F7FA">
              <a:alpha val="39074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4263749" y="65881"/>
            <a:ext cx="22039" cy="22039"/>
          </a:xfrm>
          <a:prstGeom prst="ellipse">
            <a:avLst/>
          </a:prstGeom>
          <a:solidFill>
            <a:srgbClr val="F5F7FA">
              <a:alpha val="20598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3989268" y="4180093"/>
            <a:ext cx="18789" cy="18789"/>
          </a:xfrm>
          <a:prstGeom prst="ellipse">
            <a:avLst/>
          </a:prstGeom>
          <a:solidFill>
            <a:srgbClr val="F5F7FA">
              <a:alpha val="24735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202777" y="6234083"/>
            <a:ext cx="13440" cy="13440"/>
          </a:xfrm>
          <a:prstGeom prst="ellipse">
            <a:avLst/>
          </a:prstGeom>
          <a:solidFill>
            <a:srgbClr val="F5F7FA">
              <a:alpha val="48028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430012" y="1825184"/>
            <a:ext cx="22248" cy="22248"/>
          </a:xfrm>
          <a:prstGeom prst="ellipse">
            <a:avLst/>
          </a:prstGeom>
          <a:solidFill>
            <a:srgbClr val="F5F7FA">
              <a:alpha val="49428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1745168" y="3822729"/>
            <a:ext cx="24282" cy="24282"/>
          </a:xfrm>
          <a:prstGeom prst="ellipse">
            <a:avLst/>
          </a:prstGeom>
          <a:solidFill>
            <a:srgbClr val="F5F7FA">
              <a:alpha val="35849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6905073" y="458053"/>
            <a:ext cx="19949" cy="19949"/>
          </a:xfrm>
          <a:prstGeom prst="ellipse">
            <a:avLst/>
          </a:prstGeom>
          <a:solidFill>
            <a:srgbClr val="F5F7FA">
              <a:alpha val="54389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8336427" y="282487"/>
            <a:ext cx="18190" cy="18190"/>
          </a:xfrm>
          <a:prstGeom prst="ellipse">
            <a:avLst/>
          </a:prstGeom>
          <a:solidFill>
            <a:srgbClr val="F5F7FA">
              <a:alpha val="21221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9567094" y="6259366"/>
            <a:ext cx="18192" cy="18192"/>
          </a:xfrm>
          <a:prstGeom prst="ellipse">
            <a:avLst/>
          </a:prstGeom>
          <a:solidFill>
            <a:srgbClr val="F5F7FA">
              <a:alpha val="52148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2318763" y="1286022"/>
            <a:ext cx="18532" cy="18532"/>
          </a:xfrm>
          <a:prstGeom prst="ellipse">
            <a:avLst/>
          </a:prstGeom>
          <a:solidFill>
            <a:srgbClr val="F5F7FA">
              <a:alpha val="34824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1727399" y="9790"/>
            <a:ext cx="20837" cy="20837"/>
          </a:xfrm>
          <a:prstGeom prst="ellipse">
            <a:avLst/>
          </a:prstGeom>
          <a:solidFill>
            <a:srgbClr val="F5F7FA">
              <a:alpha val="52643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5582843" y="2346002"/>
            <a:ext cx="27951" cy="27951"/>
          </a:xfrm>
          <a:prstGeom prst="ellipse">
            <a:avLst/>
          </a:prstGeom>
          <a:solidFill>
            <a:srgbClr val="F5F7FA">
              <a:alpha val="50299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6763339" y="6431991"/>
            <a:ext cx="20164" cy="20164"/>
          </a:xfrm>
          <a:prstGeom prst="ellipse">
            <a:avLst/>
          </a:prstGeom>
          <a:solidFill>
            <a:srgbClr val="F5F7FA">
              <a:alpha val="35999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6539030" y="5579092"/>
            <a:ext cx="24704" cy="24704"/>
          </a:xfrm>
          <a:prstGeom prst="ellipse">
            <a:avLst/>
          </a:prstGeom>
          <a:solidFill>
            <a:srgbClr val="F5F7FA">
              <a:alpha val="50362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7920212" y="3512638"/>
            <a:ext cx="15155" cy="15155"/>
          </a:xfrm>
          <a:prstGeom prst="ellipse">
            <a:avLst/>
          </a:prstGeom>
          <a:solidFill>
            <a:srgbClr val="F5F7FA">
              <a:alpha val="41968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3983206" y="6751961"/>
            <a:ext cx="19357" cy="19357"/>
          </a:xfrm>
          <a:prstGeom prst="ellipse">
            <a:avLst/>
          </a:prstGeom>
          <a:solidFill>
            <a:srgbClr val="F5F7FA">
              <a:alpha val="34582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899117" y="988395"/>
            <a:ext cx="24303" cy="24303"/>
          </a:xfrm>
          <a:prstGeom prst="ellipse">
            <a:avLst/>
          </a:prstGeom>
          <a:solidFill>
            <a:srgbClr val="F5F7FA">
              <a:alpha val="26044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323607" y="615274"/>
            <a:ext cx="23696" cy="23696"/>
          </a:xfrm>
          <a:prstGeom prst="ellipse">
            <a:avLst/>
          </a:prstGeom>
          <a:solidFill>
            <a:srgbClr val="F5F7FA">
              <a:alpha val="38823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2106161" y="6817930"/>
            <a:ext cx="27084" cy="27084"/>
          </a:xfrm>
          <a:prstGeom prst="ellipse">
            <a:avLst/>
          </a:prstGeom>
          <a:solidFill>
            <a:srgbClr val="F5F7FA">
              <a:alpha val="42239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2935456" y="4525698"/>
            <a:ext cx="14149" cy="14149"/>
          </a:xfrm>
          <a:prstGeom prst="ellipse">
            <a:avLst/>
          </a:prstGeom>
          <a:solidFill>
            <a:srgbClr val="F5F7FA">
              <a:alpha val="26356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3112520" y="5083910"/>
            <a:ext cx="15167" cy="15167"/>
          </a:xfrm>
          <a:prstGeom prst="ellipse">
            <a:avLst/>
          </a:prstGeom>
          <a:solidFill>
            <a:srgbClr val="F5F7FA">
              <a:alpha val="52529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9260002" y="4343900"/>
            <a:ext cx="21401" cy="21401"/>
          </a:xfrm>
          <a:prstGeom prst="ellipse">
            <a:avLst/>
          </a:prstGeom>
          <a:solidFill>
            <a:srgbClr val="F5F7FA">
              <a:alpha val="35637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8584149" y="189001"/>
            <a:ext cx="21674" cy="21674"/>
          </a:xfrm>
          <a:prstGeom prst="ellipse">
            <a:avLst/>
          </a:prstGeom>
          <a:solidFill>
            <a:srgbClr val="F5F7FA">
              <a:alpha val="27963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1357" y="916546"/>
            <a:ext cx="17002" cy="17002"/>
          </a:xfrm>
          <a:prstGeom prst="ellipse">
            <a:avLst/>
          </a:prstGeom>
          <a:solidFill>
            <a:srgbClr val="F5F7FA">
              <a:alpha val="24754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9189135" y="3901869"/>
            <a:ext cx="13279" cy="13279"/>
          </a:xfrm>
          <a:prstGeom prst="ellipse">
            <a:avLst/>
          </a:prstGeom>
          <a:solidFill>
            <a:srgbClr val="F5F7FA">
              <a:alpha val="26443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1589603" y="6266303"/>
            <a:ext cx="24931" cy="24931"/>
          </a:xfrm>
          <a:prstGeom prst="ellipse">
            <a:avLst/>
          </a:prstGeom>
          <a:solidFill>
            <a:srgbClr val="F5F7FA">
              <a:alpha val="42534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11399611" y="6401182"/>
            <a:ext cx="23714" cy="23714"/>
          </a:xfrm>
          <a:prstGeom prst="ellipse">
            <a:avLst/>
          </a:prstGeom>
          <a:solidFill>
            <a:srgbClr val="F5F7FA">
              <a:alpha val="37165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10021356" y="3205839"/>
            <a:ext cx="13691" cy="13691"/>
          </a:xfrm>
          <a:prstGeom prst="ellipse">
            <a:avLst/>
          </a:prstGeom>
          <a:solidFill>
            <a:srgbClr val="F5F7FA">
              <a:alpha val="26322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2271309" y="6755606"/>
            <a:ext cx="18434" cy="18434"/>
          </a:xfrm>
          <a:prstGeom prst="ellipse">
            <a:avLst/>
          </a:prstGeom>
          <a:solidFill>
            <a:srgbClr val="F5F7FA">
              <a:alpha val="46734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8769993" y="5535818"/>
            <a:ext cx="13356" cy="13356"/>
          </a:xfrm>
          <a:prstGeom prst="ellipse">
            <a:avLst/>
          </a:prstGeom>
          <a:solidFill>
            <a:srgbClr val="F5F7FA">
              <a:alpha val="31427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7692767" y="6827808"/>
            <a:ext cx="17151" cy="17151"/>
          </a:xfrm>
          <a:prstGeom prst="ellipse">
            <a:avLst/>
          </a:prstGeom>
          <a:solidFill>
            <a:srgbClr val="F5F7FA">
              <a:alpha val="46942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6565370" y="6228909"/>
            <a:ext cx="13157" cy="13157"/>
          </a:xfrm>
          <a:prstGeom prst="ellipse">
            <a:avLst/>
          </a:prstGeom>
          <a:solidFill>
            <a:srgbClr val="F5F7FA">
              <a:alpha val="52231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270299" y="2892454"/>
            <a:ext cx="13362" cy="13362"/>
          </a:xfrm>
          <a:prstGeom prst="ellipse">
            <a:avLst/>
          </a:prstGeom>
          <a:solidFill>
            <a:srgbClr val="F5F7FA">
              <a:alpha val="54207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10331166" y="5623778"/>
            <a:ext cx="18173" cy="18173"/>
          </a:xfrm>
          <a:prstGeom prst="ellipse">
            <a:avLst/>
          </a:prstGeom>
          <a:solidFill>
            <a:srgbClr val="F5F7FA">
              <a:alpha val="2997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10407886" y="2400212"/>
            <a:ext cx="20072" cy="20072"/>
          </a:xfrm>
          <a:prstGeom prst="ellipse">
            <a:avLst/>
          </a:prstGeom>
          <a:solidFill>
            <a:srgbClr val="F5F7FA">
              <a:alpha val="35691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6220022" y="3043091"/>
            <a:ext cx="18245" cy="18245"/>
          </a:xfrm>
          <a:prstGeom prst="ellipse">
            <a:avLst/>
          </a:prstGeom>
          <a:solidFill>
            <a:srgbClr val="F5F7FA">
              <a:alpha val="47173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1680957" y="4165747"/>
            <a:ext cx="27730" cy="27730"/>
          </a:xfrm>
          <a:prstGeom prst="ellipse">
            <a:avLst/>
          </a:prstGeom>
          <a:solidFill>
            <a:srgbClr val="F5F7FA">
              <a:alpha val="22071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9734960" y="6699515"/>
            <a:ext cx="17233" cy="17233"/>
          </a:xfrm>
          <a:prstGeom prst="ellipse">
            <a:avLst/>
          </a:prstGeom>
          <a:solidFill>
            <a:srgbClr val="F5F7FA">
              <a:alpha val="4378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10363568" y="3701727"/>
            <a:ext cx="22518" cy="22518"/>
          </a:xfrm>
          <a:prstGeom prst="ellipse">
            <a:avLst/>
          </a:prstGeom>
          <a:solidFill>
            <a:srgbClr val="F5F7FA">
              <a:alpha val="21991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2061634" y="167716"/>
            <a:ext cx="23875" cy="23875"/>
          </a:xfrm>
          <a:prstGeom prst="ellipse">
            <a:avLst/>
          </a:prstGeom>
          <a:solidFill>
            <a:srgbClr val="F5F7FA">
              <a:alpha val="34914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482692" y="3124817"/>
            <a:ext cx="15613" cy="15613"/>
          </a:xfrm>
          <a:prstGeom prst="ellipse">
            <a:avLst/>
          </a:prstGeom>
          <a:solidFill>
            <a:srgbClr val="F5F7FA">
              <a:alpha val="53166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8637038" y="2582363"/>
            <a:ext cx="20695" cy="20695"/>
          </a:xfrm>
          <a:prstGeom prst="ellipse">
            <a:avLst/>
          </a:prstGeom>
          <a:solidFill>
            <a:srgbClr val="F5F7FA">
              <a:alpha val="25327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7409298" y="5059686"/>
            <a:ext cx="17581" cy="17581"/>
          </a:xfrm>
          <a:prstGeom prst="ellipse">
            <a:avLst/>
          </a:prstGeom>
          <a:solidFill>
            <a:srgbClr val="F5F7FA">
              <a:alpha val="45163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2970576" y="3106120"/>
            <a:ext cx="26186" cy="26186"/>
          </a:xfrm>
          <a:prstGeom prst="ellipse">
            <a:avLst/>
          </a:prstGeom>
          <a:solidFill>
            <a:srgbClr val="F5F7FA">
              <a:alpha val="40514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9168230" y="4256999"/>
            <a:ext cx="23749" cy="23749"/>
          </a:xfrm>
          <a:prstGeom prst="ellipse">
            <a:avLst/>
          </a:prstGeom>
          <a:solidFill>
            <a:srgbClr val="F5F7FA">
              <a:alpha val="33848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1468355" y="2839655"/>
            <a:ext cx="19823" cy="19823"/>
          </a:xfrm>
          <a:prstGeom prst="ellipse">
            <a:avLst/>
          </a:prstGeom>
          <a:solidFill>
            <a:srgbClr val="F5F7FA">
              <a:alpha val="29487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943017" y="4357423"/>
            <a:ext cx="27004" cy="27004"/>
          </a:xfrm>
          <a:prstGeom prst="ellipse">
            <a:avLst/>
          </a:prstGeom>
          <a:solidFill>
            <a:srgbClr val="F5F7FA">
              <a:alpha val="52492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7893245" y="6439635"/>
            <a:ext cx="26193" cy="26193"/>
          </a:xfrm>
          <a:prstGeom prst="ellipse">
            <a:avLst/>
          </a:prstGeom>
          <a:solidFill>
            <a:srgbClr val="F5F7FA">
              <a:alpha val="24222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4558298" y="4937625"/>
            <a:ext cx="25112" cy="25112"/>
          </a:xfrm>
          <a:prstGeom prst="ellipse">
            <a:avLst/>
          </a:prstGeom>
          <a:solidFill>
            <a:srgbClr val="F5F7FA">
              <a:alpha val="34552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2527812" y="4592726"/>
            <a:ext cx="29042" cy="29042"/>
          </a:xfrm>
          <a:prstGeom prst="ellipse">
            <a:avLst/>
          </a:prstGeom>
          <a:solidFill>
            <a:srgbClr val="F5F7FA">
              <a:alpha val="30767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748184" y="6844271"/>
            <a:ext cx="22542" cy="22542"/>
          </a:xfrm>
          <a:prstGeom prst="ellipse">
            <a:avLst/>
          </a:prstGeom>
          <a:solidFill>
            <a:srgbClr val="F5F7FA">
              <a:alpha val="43113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423532" y="2209594"/>
            <a:ext cx="27962" cy="27962"/>
          </a:xfrm>
          <a:prstGeom prst="ellipse">
            <a:avLst/>
          </a:prstGeom>
          <a:solidFill>
            <a:srgbClr val="F5F7FA">
              <a:alpha val="37024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3661062" y="1526028"/>
            <a:ext cx="26813" cy="26813"/>
          </a:xfrm>
          <a:prstGeom prst="ellipse">
            <a:avLst/>
          </a:prstGeom>
          <a:solidFill>
            <a:srgbClr val="F5F7FA">
              <a:alpha val="22004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8052539" y="3184907"/>
            <a:ext cx="23767" cy="23767"/>
          </a:xfrm>
          <a:prstGeom prst="ellipse">
            <a:avLst/>
          </a:prstGeom>
          <a:solidFill>
            <a:srgbClr val="F5F7FA">
              <a:alpha val="3219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9383550" y="6085564"/>
            <a:ext cx="22888" cy="22888"/>
          </a:xfrm>
          <a:prstGeom prst="ellipse">
            <a:avLst/>
          </a:prstGeom>
          <a:solidFill>
            <a:srgbClr val="F5F7FA">
              <a:alpha val="4857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278870" y="6587331"/>
            <a:ext cx="14830" cy="14830"/>
          </a:xfrm>
          <a:prstGeom prst="ellipse">
            <a:avLst/>
          </a:prstGeom>
          <a:solidFill>
            <a:srgbClr val="F5F7FA">
              <a:alpha val="37871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1359023" y="33543"/>
            <a:ext cx="24382" cy="24382"/>
          </a:xfrm>
          <a:prstGeom prst="ellipse">
            <a:avLst/>
          </a:prstGeom>
          <a:solidFill>
            <a:srgbClr val="F5F7FA">
              <a:alpha val="38119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2991063" y="563533"/>
            <a:ext cx="20862" cy="20862"/>
          </a:xfrm>
          <a:prstGeom prst="ellipse">
            <a:avLst/>
          </a:prstGeom>
          <a:solidFill>
            <a:srgbClr val="F5F7FA">
              <a:alpha val="45856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509033" y="3774634"/>
            <a:ext cx="20526" cy="20526"/>
          </a:xfrm>
          <a:prstGeom prst="ellipse">
            <a:avLst/>
          </a:prstGeom>
          <a:solidFill>
            <a:srgbClr val="F5F7FA">
              <a:alpha val="20034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987126" y="1962179"/>
            <a:ext cx="18902" cy="18902"/>
          </a:xfrm>
          <a:prstGeom prst="ellipse">
            <a:avLst/>
          </a:prstGeom>
          <a:solidFill>
            <a:srgbClr val="F5F7FA">
              <a:alpha val="37566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1565563" y="3931503"/>
            <a:ext cx="16398" cy="16398"/>
          </a:xfrm>
          <a:prstGeom prst="ellipse">
            <a:avLst/>
          </a:prstGeom>
          <a:solidFill>
            <a:srgbClr val="F5F7FA">
              <a:alpha val="40551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287650" y="4517937"/>
            <a:ext cx="21954" cy="21954"/>
          </a:xfrm>
          <a:prstGeom prst="ellipse">
            <a:avLst/>
          </a:prstGeom>
          <a:solidFill>
            <a:srgbClr val="F5F7FA">
              <a:alpha val="50161"/>
            </a:srgbClr>
          </a:solidFill>
          <a:ln/>
        </p:spPr>
      </p:sp>
      <p:sp>
        <p:nvSpPr>
          <p:cNvPr id="72" name="Shape 70"/>
          <p:cNvSpPr/>
          <p:nvPr/>
        </p:nvSpPr>
        <p:spPr>
          <a:xfrm>
            <a:off x="5455768" y="1188720"/>
            <a:ext cx="1280160" cy="1280160"/>
          </a:xfrm>
          <a:prstGeom prst="ellipse">
            <a:avLst/>
          </a:prstGeom>
          <a:solidFill>
            <a:srgbClr val="F04E23"/>
          </a:solidFill>
          <a:ln/>
        </p:spPr>
      </p:sp>
      <p:pic>
        <p:nvPicPr>
          <p:cNvPr id="7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3006" y="1495958"/>
            <a:ext cx="665683" cy="665683"/>
          </a:xfrm>
          <a:prstGeom prst="rect">
            <a:avLst/>
          </a:prstGeom>
        </p:spPr>
      </p:pic>
      <p:sp>
        <p:nvSpPr>
          <p:cNvPr id="74" name="Text 71"/>
          <p:cNvSpPr/>
          <p:nvPr/>
        </p:nvSpPr>
        <p:spPr>
          <a:xfrm>
            <a:off x="0" y="2743200"/>
            <a:ext cx="12191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Grazie!</a:t>
            </a:r>
            <a:endParaRPr lang="en-US" sz="4600" dirty="0"/>
          </a:p>
        </p:txBody>
      </p:sp>
      <p:sp>
        <p:nvSpPr>
          <p:cNvPr id="75" name="Text 72"/>
          <p:cNvSpPr/>
          <p:nvPr/>
        </p:nvSpPr>
        <p:spPr>
          <a:xfrm>
            <a:off x="0" y="352044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04E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Domande?</a:t>
            </a:r>
            <a:endParaRPr lang="en-US" sz="1800" dirty="0"/>
          </a:p>
        </p:txBody>
      </p:sp>
      <p:sp>
        <p:nvSpPr>
          <p:cNvPr id="76" name="Shape 73"/>
          <p:cNvSpPr/>
          <p:nvPr/>
        </p:nvSpPr>
        <p:spPr>
          <a:xfrm>
            <a:off x="5181905" y="4206240"/>
            <a:ext cx="1828800" cy="0"/>
          </a:xfrm>
          <a:prstGeom prst="line">
            <a:avLst/>
          </a:prstGeom>
          <a:noFill/>
          <a:ln w="19050">
            <a:solidFill>
              <a:srgbClr val="1B1F2C"/>
            </a:solidFill>
            <a:prstDash val="solid"/>
          </a:ln>
        </p:spPr>
      </p:sp>
      <p:sp>
        <p:nvSpPr>
          <p:cNvPr id="77" name="Text 74"/>
          <p:cNvSpPr/>
          <p:nvPr/>
        </p:nvSpPr>
        <p:spPr>
          <a:xfrm>
            <a:off x="914400" y="603504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Felice Russo · Fidel Vicente · Rosario Floridia · Federico Maria Calato · Nicolau A. L. Benedito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2026-07-22T11:41:39Z</dcterms:created>
  <dcterms:modified xsi:type="dcterms:W3CDTF">2026-07-22T11:41:39Z</dcterms:modified>
</cp:coreProperties>
</file>